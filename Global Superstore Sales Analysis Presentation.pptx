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A9FC5F-7F38-47A8-8287-DEFACE76208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4ABCCAC-CA82-4751-9EDB-96193F05EE61}">
      <dgm:prSet/>
      <dgm:spPr/>
      <dgm:t>
        <a:bodyPr/>
        <a:lstStyle/>
        <a:p>
          <a:pPr>
            <a:defRPr cap="all"/>
          </a:pPr>
          <a:r>
            <a:rPr lang="en-US"/>
            <a:t>Dataset: Global Superstore</a:t>
          </a:r>
        </a:p>
      </dgm:t>
    </dgm:pt>
    <dgm:pt modelId="{14B62701-4F16-4BD7-B246-E3A65557FE90}" type="parTrans" cxnId="{D44D639C-2D37-465F-9670-D847CD0227C6}">
      <dgm:prSet/>
      <dgm:spPr/>
      <dgm:t>
        <a:bodyPr/>
        <a:lstStyle/>
        <a:p>
          <a:endParaRPr lang="en-US"/>
        </a:p>
      </dgm:t>
    </dgm:pt>
    <dgm:pt modelId="{8B1D6FBD-6DD5-4B81-98C2-4382A72091F5}" type="sibTrans" cxnId="{D44D639C-2D37-465F-9670-D847CD0227C6}">
      <dgm:prSet/>
      <dgm:spPr/>
      <dgm:t>
        <a:bodyPr/>
        <a:lstStyle/>
        <a:p>
          <a:endParaRPr lang="en-US"/>
        </a:p>
      </dgm:t>
    </dgm:pt>
    <dgm:pt modelId="{9FCE34FC-6FFD-46C1-B63C-F40B76531D20}">
      <dgm:prSet/>
      <dgm:spPr/>
      <dgm:t>
        <a:bodyPr/>
        <a:lstStyle/>
        <a:p>
          <a:pPr>
            <a:defRPr cap="all"/>
          </a:pPr>
          <a:r>
            <a:rPr lang="en-US"/>
            <a:t>Tools Used: Excel, Power Query, Power Pivot</a:t>
          </a:r>
        </a:p>
      </dgm:t>
    </dgm:pt>
    <dgm:pt modelId="{91AA75D0-2B6B-4693-A197-D1BE8928B067}" type="parTrans" cxnId="{CA69525B-74AF-47FA-9458-73C18176AED3}">
      <dgm:prSet/>
      <dgm:spPr/>
      <dgm:t>
        <a:bodyPr/>
        <a:lstStyle/>
        <a:p>
          <a:endParaRPr lang="en-US"/>
        </a:p>
      </dgm:t>
    </dgm:pt>
    <dgm:pt modelId="{F543B261-2F6E-4872-994D-A4814D0FE249}" type="sibTrans" cxnId="{CA69525B-74AF-47FA-9458-73C18176AED3}">
      <dgm:prSet/>
      <dgm:spPr/>
      <dgm:t>
        <a:bodyPr/>
        <a:lstStyle/>
        <a:p>
          <a:endParaRPr lang="en-US"/>
        </a:p>
      </dgm:t>
    </dgm:pt>
    <dgm:pt modelId="{454F6ED5-B6A5-4D06-B9D4-EA774A031E9C}">
      <dgm:prSet/>
      <dgm:spPr/>
      <dgm:t>
        <a:bodyPr/>
        <a:lstStyle/>
        <a:p>
          <a:pPr>
            <a:defRPr cap="all"/>
          </a:pPr>
          <a:r>
            <a:rPr lang="en-US"/>
            <a:t>Records analyzed: ~5M orders</a:t>
          </a:r>
        </a:p>
      </dgm:t>
    </dgm:pt>
    <dgm:pt modelId="{8AA12F6F-ECB8-4F46-B13E-F2B2DF4F3A28}" type="parTrans" cxnId="{5CD4882D-59CA-4382-9606-B057870E5049}">
      <dgm:prSet/>
      <dgm:spPr/>
      <dgm:t>
        <a:bodyPr/>
        <a:lstStyle/>
        <a:p>
          <a:endParaRPr lang="en-US"/>
        </a:p>
      </dgm:t>
    </dgm:pt>
    <dgm:pt modelId="{8757BC1A-54A6-49AB-8CC1-4F0B95AAA712}" type="sibTrans" cxnId="{5CD4882D-59CA-4382-9606-B057870E5049}">
      <dgm:prSet/>
      <dgm:spPr/>
      <dgm:t>
        <a:bodyPr/>
        <a:lstStyle/>
        <a:p>
          <a:endParaRPr lang="en-US"/>
        </a:p>
      </dgm:t>
    </dgm:pt>
    <dgm:pt modelId="{0BF559E4-5A6A-445D-9277-89CEDF343741}">
      <dgm:prSet/>
      <dgm:spPr/>
      <dgm:t>
        <a:bodyPr/>
        <a:lstStyle/>
        <a:p>
          <a:pPr>
            <a:defRPr cap="all"/>
          </a:pPr>
          <a:r>
            <a:rPr lang="en-US"/>
            <a:t>Scope: Sales, Profit, Shipping, Regional performance</a:t>
          </a:r>
        </a:p>
      </dgm:t>
    </dgm:pt>
    <dgm:pt modelId="{B2DAF801-C67B-406C-A18A-74611C5E0BA1}" type="parTrans" cxnId="{A5CAF2BC-EAC5-4C19-805D-5C238FF496E7}">
      <dgm:prSet/>
      <dgm:spPr/>
      <dgm:t>
        <a:bodyPr/>
        <a:lstStyle/>
        <a:p>
          <a:endParaRPr lang="en-US"/>
        </a:p>
      </dgm:t>
    </dgm:pt>
    <dgm:pt modelId="{A89DFB6F-1AFE-40B7-AFDE-DC3555385AFE}" type="sibTrans" cxnId="{A5CAF2BC-EAC5-4C19-805D-5C238FF496E7}">
      <dgm:prSet/>
      <dgm:spPr/>
      <dgm:t>
        <a:bodyPr/>
        <a:lstStyle/>
        <a:p>
          <a:endParaRPr lang="en-US"/>
        </a:p>
      </dgm:t>
    </dgm:pt>
    <dgm:pt modelId="{41F5B468-C101-4C0D-9683-AC7E7F1F1580}" type="pres">
      <dgm:prSet presAssocID="{8DA9FC5F-7F38-47A8-8287-DEFACE762088}" presName="root" presStyleCnt="0">
        <dgm:presLayoutVars>
          <dgm:dir/>
          <dgm:resizeHandles val="exact"/>
        </dgm:presLayoutVars>
      </dgm:prSet>
      <dgm:spPr/>
    </dgm:pt>
    <dgm:pt modelId="{9EB3F541-6DF4-4A86-8C61-ADBA8125B445}" type="pres">
      <dgm:prSet presAssocID="{44ABCCAC-CA82-4751-9EDB-96193F05EE61}" presName="compNode" presStyleCnt="0"/>
      <dgm:spPr/>
    </dgm:pt>
    <dgm:pt modelId="{67397088-A2FA-43DB-B635-0386817AD8FC}" type="pres">
      <dgm:prSet presAssocID="{44ABCCAC-CA82-4751-9EDB-96193F05EE6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70C5B64-CAB1-4880-BEB5-92EBB048BA78}" type="pres">
      <dgm:prSet presAssocID="{44ABCCAC-CA82-4751-9EDB-96193F05EE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EA684226-6303-40C9-8A1D-8A110A0B3345}" type="pres">
      <dgm:prSet presAssocID="{44ABCCAC-CA82-4751-9EDB-96193F05EE61}" presName="spaceRect" presStyleCnt="0"/>
      <dgm:spPr/>
    </dgm:pt>
    <dgm:pt modelId="{91FC0756-9A09-4B00-A880-1858501F1463}" type="pres">
      <dgm:prSet presAssocID="{44ABCCAC-CA82-4751-9EDB-96193F05EE61}" presName="textRect" presStyleLbl="revTx" presStyleIdx="0" presStyleCnt="4">
        <dgm:presLayoutVars>
          <dgm:chMax val="1"/>
          <dgm:chPref val="1"/>
        </dgm:presLayoutVars>
      </dgm:prSet>
      <dgm:spPr/>
    </dgm:pt>
    <dgm:pt modelId="{0C19966E-B653-4D77-80CA-61BCB68075D3}" type="pres">
      <dgm:prSet presAssocID="{8B1D6FBD-6DD5-4B81-98C2-4382A72091F5}" presName="sibTrans" presStyleCnt="0"/>
      <dgm:spPr/>
    </dgm:pt>
    <dgm:pt modelId="{CBF54945-80D2-4510-BD0E-4D6B3D794C90}" type="pres">
      <dgm:prSet presAssocID="{9FCE34FC-6FFD-46C1-B63C-F40B76531D20}" presName="compNode" presStyleCnt="0"/>
      <dgm:spPr/>
    </dgm:pt>
    <dgm:pt modelId="{F8296755-46AA-4CB3-9C35-6C15FBF1CB65}" type="pres">
      <dgm:prSet presAssocID="{9FCE34FC-6FFD-46C1-B63C-F40B76531D20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B58245A-A150-4319-8EE0-863519A7F2AE}" type="pres">
      <dgm:prSet presAssocID="{9FCE34FC-6FFD-46C1-B63C-F40B76531D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F5D850F-8DCC-4E8B-9758-E64FA55B2582}" type="pres">
      <dgm:prSet presAssocID="{9FCE34FC-6FFD-46C1-B63C-F40B76531D20}" presName="spaceRect" presStyleCnt="0"/>
      <dgm:spPr/>
    </dgm:pt>
    <dgm:pt modelId="{9A361E5A-C486-485D-B2AA-5BD224B187F5}" type="pres">
      <dgm:prSet presAssocID="{9FCE34FC-6FFD-46C1-B63C-F40B76531D20}" presName="textRect" presStyleLbl="revTx" presStyleIdx="1" presStyleCnt="4">
        <dgm:presLayoutVars>
          <dgm:chMax val="1"/>
          <dgm:chPref val="1"/>
        </dgm:presLayoutVars>
      </dgm:prSet>
      <dgm:spPr/>
    </dgm:pt>
    <dgm:pt modelId="{813F3691-B673-4136-9020-E00F1035A2F8}" type="pres">
      <dgm:prSet presAssocID="{F543B261-2F6E-4872-994D-A4814D0FE249}" presName="sibTrans" presStyleCnt="0"/>
      <dgm:spPr/>
    </dgm:pt>
    <dgm:pt modelId="{F8B3FC96-7F59-46F9-A42E-8802ECDAA2D3}" type="pres">
      <dgm:prSet presAssocID="{454F6ED5-B6A5-4D06-B9D4-EA774A031E9C}" presName="compNode" presStyleCnt="0"/>
      <dgm:spPr/>
    </dgm:pt>
    <dgm:pt modelId="{22361C97-0D33-4439-9758-7CB8AC4D118C}" type="pres">
      <dgm:prSet presAssocID="{454F6ED5-B6A5-4D06-B9D4-EA774A031E9C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97CD67D-7C1F-4865-823F-90AD0C89451F}" type="pres">
      <dgm:prSet presAssocID="{454F6ED5-B6A5-4D06-B9D4-EA774A031E9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AF7303-8086-45C1-916D-91ACE70F9CF1}" type="pres">
      <dgm:prSet presAssocID="{454F6ED5-B6A5-4D06-B9D4-EA774A031E9C}" presName="spaceRect" presStyleCnt="0"/>
      <dgm:spPr/>
    </dgm:pt>
    <dgm:pt modelId="{B77C3990-9001-4CBC-93AD-2BB0BEE37F37}" type="pres">
      <dgm:prSet presAssocID="{454F6ED5-B6A5-4D06-B9D4-EA774A031E9C}" presName="textRect" presStyleLbl="revTx" presStyleIdx="2" presStyleCnt="4">
        <dgm:presLayoutVars>
          <dgm:chMax val="1"/>
          <dgm:chPref val="1"/>
        </dgm:presLayoutVars>
      </dgm:prSet>
      <dgm:spPr/>
    </dgm:pt>
    <dgm:pt modelId="{0EA37C1F-6AD3-40D3-A613-950FDD05E301}" type="pres">
      <dgm:prSet presAssocID="{8757BC1A-54A6-49AB-8CC1-4F0B95AAA712}" presName="sibTrans" presStyleCnt="0"/>
      <dgm:spPr/>
    </dgm:pt>
    <dgm:pt modelId="{555924BF-2D8C-4DAF-B537-7443745D027B}" type="pres">
      <dgm:prSet presAssocID="{0BF559E4-5A6A-445D-9277-89CEDF343741}" presName="compNode" presStyleCnt="0"/>
      <dgm:spPr/>
    </dgm:pt>
    <dgm:pt modelId="{A2CD5A98-B237-46DA-B47C-E447FE2C76C5}" type="pres">
      <dgm:prSet presAssocID="{0BF559E4-5A6A-445D-9277-89CEDF34374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9E22B3A-8854-48D6-A507-FF61E0ADF847}" type="pres">
      <dgm:prSet presAssocID="{0BF559E4-5A6A-445D-9277-89CEDF3437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BF5227B9-9A41-4311-83E3-B1FFFFBC6E1F}" type="pres">
      <dgm:prSet presAssocID="{0BF559E4-5A6A-445D-9277-89CEDF343741}" presName="spaceRect" presStyleCnt="0"/>
      <dgm:spPr/>
    </dgm:pt>
    <dgm:pt modelId="{44B6B026-A346-496B-9388-F8A22B9C64EF}" type="pres">
      <dgm:prSet presAssocID="{0BF559E4-5A6A-445D-9277-89CEDF3437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097E17-3545-473A-8478-3EF1C713C789}" type="presOf" srcId="{44ABCCAC-CA82-4751-9EDB-96193F05EE61}" destId="{91FC0756-9A09-4B00-A880-1858501F1463}" srcOrd="0" destOrd="0" presId="urn:microsoft.com/office/officeart/2018/5/layout/IconLeafLabelList"/>
    <dgm:cxn modelId="{202D9B18-9A6C-49C9-85A3-6A1E9FD8A151}" type="presOf" srcId="{8DA9FC5F-7F38-47A8-8287-DEFACE762088}" destId="{41F5B468-C101-4C0D-9683-AC7E7F1F1580}" srcOrd="0" destOrd="0" presId="urn:microsoft.com/office/officeart/2018/5/layout/IconLeafLabelList"/>
    <dgm:cxn modelId="{EC92E12A-786C-41B4-AC0A-46949BBE96D8}" type="presOf" srcId="{454F6ED5-B6A5-4D06-B9D4-EA774A031E9C}" destId="{B77C3990-9001-4CBC-93AD-2BB0BEE37F37}" srcOrd="0" destOrd="0" presId="urn:microsoft.com/office/officeart/2018/5/layout/IconLeafLabelList"/>
    <dgm:cxn modelId="{5CD4882D-59CA-4382-9606-B057870E5049}" srcId="{8DA9FC5F-7F38-47A8-8287-DEFACE762088}" destId="{454F6ED5-B6A5-4D06-B9D4-EA774A031E9C}" srcOrd="2" destOrd="0" parTransId="{8AA12F6F-ECB8-4F46-B13E-F2B2DF4F3A28}" sibTransId="{8757BC1A-54A6-49AB-8CC1-4F0B95AAA712}"/>
    <dgm:cxn modelId="{CA69525B-74AF-47FA-9458-73C18176AED3}" srcId="{8DA9FC5F-7F38-47A8-8287-DEFACE762088}" destId="{9FCE34FC-6FFD-46C1-B63C-F40B76531D20}" srcOrd="1" destOrd="0" parTransId="{91AA75D0-2B6B-4693-A197-D1BE8928B067}" sibTransId="{F543B261-2F6E-4872-994D-A4814D0FE249}"/>
    <dgm:cxn modelId="{1E317F70-6CB5-441F-982E-FB3C74722E40}" type="presOf" srcId="{0BF559E4-5A6A-445D-9277-89CEDF343741}" destId="{44B6B026-A346-496B-9388-F8A22B9C64EF}" srcOrd="0" destOrd="0" presId="urn:microsoft.com/office/officeart/2018/5/layout/IconLeafLabelList"/>
    <dgm:cxn modelId="{D44D639C-2D37-465F-9670-D847CD0227C6}" srcId="{8DA9FC5F-7F38-47A8-8287-DEFACE762088}" destId="{44ABCCAC-CA82-4751-9EDB-96193F05EE61}" srcOrd="0" destOrd="0" parTransId="{14B62701-4F16-4BD7-B246-E3A65557FE90}" sibTransId="{8B1D6FBD-6DD5-4B81-98C2-4382A72091F5}"/>
    <dgm:cxn modelId="{53A23DA7-E46F-4090-B9A2-7EA699D1300A}" type="presOf" srcId="{9FCE34FC-6FFD-46C1-B63C-F40B76531D20}" destId="{9A361E5A-C486-485D-B2AA-5BD224B187F5}" srcOrd="0" destOrd="0" presId="urn:microsoft.com/office/officeart/2018/5/layout/IconLeafLabelList"/>
    <dgm:cxn modelId="{A5CAF2BC-EAC5-4C19-805D-5C238FF496E7}" srcId="{8DA9FC5F-7F38-47A8-8287-DEFACE762088}" destId="{0BF559E4-5A6A-445D-9277-89CEDF343741}" srcOrd="3" destOrd="0" parTransId="{B2DAF801-C67B-406C-A18A-74611C5E0BA1}" sibTransId="{A89DFB6F-1AFE-40B7-AFDE-DC3555385AFE}"/>
    <dgm:cxn modelId="{B509F59A-3BE0-4A01-8C9E-57547FF7ECBB}" type="presParOf" srcId="{41F5B468-C101-4C0D-9683-AC7E7F1F1580}" destId="{9EB3F541-6DF4-4A86-8C61-ADBA8125B445}" srcOrd="0" destOrd="0" presId="urn:microsoft.com/office/officeart/2018/5/layout/IconLeafLabelList"/>
    <dgm:cxn modelId="{B5D980E4-A3C2-43A5-9063-E0EA904BF238}" type="presParOf" srcId="{9EB3F541-6DF4-4A86-8C61-ADBA8125B445}" destId="{67397088-A2FA-43DB-B635-0386817AD8FC}" srcOrd="0" destOrd="0" presId="urn:microsoft.com/office/officeart/2018/5/layout/IconLeafLabelList"/>
    <dgm:cxn modelId="{2A833D91-CB80-443F-B57C-141202F8E700}" type="presParOf" srcId="{9EB3F541-6DF4-4A86-8C61-ADBA8125B445}" destId="{F70C5B64-CAB1-4880-BEB5-92EBB048BA78}" srcOrd="1" destOrd="0" presId="urn:microsoft.com/office/officeart/2018/5/layout/IconLeafLabelList"/>
    <dgm:cxn modelId="{51BD482A-4218-4DE9-A37A-85246A55A171}" type="presParOf" srcId="{9EB3F541-6DF4-4A86-8C61-ADBA8125B445}" destId="{EA684226-6303-40C9-8A1D-8A110A0B3345}" srcOrd="2" destOrd="0" presId="urn:microsoft.com/office/officeart/2018/5/layout/IconLeafLabelList"/>
    <dgm:cxn modelId="{699C7085-9D80-4DB1-9C43-409C84932BD3}" type="presParOf" srcId="{9EB3F541-6DF4-4A86-8C61-ADBA8125B445}" destId="{91FC0756-9A09-4B00-A880-1858501F1463}" srcOrd="3" destOrd="0" presId="urn:microsoft.com/office/officeart/2018/5/layout/IconLeafLabelList"/>
    <dgm:cxn modelId="{42EE05CF-4B21-4130-9D25-EEE786E48ED7}" type="presParOf" srcId="{41F5B468-C101-4C0D-9683-AC7E7F1F1580}" destId="{0C19966E-B653-4D77-80CA-61BCB68075D3}" srcOrd="1" destOrd="0" presId="urn:microsoft.com/office/officeart/2018/5/layout/IconLeafLabelList"/>
    <dgm:cxn modelId="{1591B4D7-CE93-4D88-8A00-F77C8ADF1934}" type="presParOf" srcId="{41F5B468-C101-4C0D-9683-AC7E7F1F1580}" destId="{CBF54945-80D2-4510-BD0E-4D6B3D794C90}" srcOrd="2" destOrd="0" presId="urn:microsoft.com/office/officeart/2018/5/layout/IconLeafLabelList"/>
    <dgm:cxn modelId="{563EA1C4-0381-4001-9214-44755AB4B4B2}" type="presParOf" srcId="{CBF54945-80D2-4510-BD0E-4D6B3D794C90}" destId="{F8296755-46AA-4CB3-9C35-6C15FBF1CB65}" srcOrd="0" destOrd="0" presId="urn:microsoft.com/office/officeart/2018/5/layout/IconLeafLabelList"/>
    <dgm:cxn modelId="{21BF620D-E9FC-4537-8F66-CD521D3DF6C8}" type="presParOf" srcId="{CBF54945-80D2-4510-BD0E-4D6B3D794C90}" destId="{8B58245A-A150-4319-8EE0-863519A7F2AE}" srcOrd="1" destOrd="0" presId="urn:microsoft.com/office/officeart/2018/5/layout/IconLeafLabelList"/>
    <dgm:cxn modelId="{7CAF50D8-6593-46A9-B203-B1005EC09587}" type="presParOf" srcId="{CBF54945-80D2-4510-BD0E-4D6B3D794C90}" destId="{9F5D850F-8DCC-4E8B-9758-E64FA55B2582}" srcOrd="2" destOrd="0" presId="urn:microsoft.com/office/officeart/2018/5/layout/IconLeafLabelList"/>
    <dgm:cxn modelId="{9E419CBC-6F81-49B6-93DF-F99C84C66FB0}" type="presParOf" srcId="{CBF54945-80D2-4510-BD0E-4D6B3D794C90}" destId="{9A361E5A-C486-485D-B2AA-5BD224B187F5}" srcOrd="3" destOrd="0" presId="urn:microsoft.com/office/officeart/2018/5/layout/IconLeafLabelList"/>
    <dgm:cxn modelId="{88BF7AB9-34C7-458C-913D-156C0A23E60F}" type="presParOf" srcId="{41F5B468-C101-4C0D-9683-AC7E7F1F1580}" destId="{813F3691-B673-4136-9020-E00F1035A2F8}" srcOrd="3" destOrd="0" presId="urn:microsoft.com/office/officeart/2018/5/layout/IconLeafLabelList"/>
    <dgm:cxn modelId="{447690C0-9A8F-4377-B059-FF86743FBDCC}" type="presParOf" srcId="{41F5B468-C101-4C0D-9683-AC7E7F1F1580}" destId="{F8B3FC96-7F59-46F9-A42E-8802ECDAA2D3}" srcOrd="4" destOrd="0" presId="urn:microsoft.com/office/officeart/2018/5/layout/IconLeafLabelList"/>
    <dgm:cxn modelId="{B63EE7FF-AE15-43AB-8F11-30A2D602D18E}" type="presParOf" srcId="{F8B3FC96-7F59-46F9-A42E-8802ECDAA2D3}" destId="{22361C97-0D33-4439-9758-7CB8AC4D118C}" srcOrd="0" destOrd="0" presId="urn:microsoft.com/office/officeart/2018/5/layout/IconLeafLabelList"/>
    <dgm:cxn modelId="{5D9B79B0-2D73-4BD1-ACB3-EA91AE6BE520}" type="presParOf" srcId="{F8B3FC96-7F59-46F9-A42E-8802ECDAA2D3}" destId="{897CD67D-7C1F-4865-823F-90AD0C89451F}" srcOrd="1" destOrd="0" presId="urn:microsoft.com/office/officeart/2018/5/layout/IconLeafLabelList"/>
    <dgm:cxn modelId="{59BF0795-3EA1-4837-ABB1-C594831A31C0}" type="presParOf" srcId="{F8B3FC96-7F59-46F9-A42E-8802ECDAA2D3}" destId="{75AF7303-8086-45C1-916D-91ACE70F9CF1}" srcOrd="2" destOrd="0" presId="urn:microsoft.com/office/officeart/2018/5/layout/IconLeafLabelList"/>
    <dgm:cxn modelId="{2113B4B5-BEF1-4F0C-8262-4FF7725C48C2}" type="presParOf" srcId="{F8B3FC96-7F59-46F9-A42E-8802ECDAA2D3}" destId="{B77C3990-9001-4CBC-93AD-2BB0BEE37F37}" srcOrd="3" destOrd="0" presId="urn:microsoft.com/office/officeart/2018/5/layout/IconLeafLabelList"/>
    <dgm:cxn modelId="{591CDCF5-CAA3-43DF-8DE6-145A08B9DC16}" type="presParOf" srcId="{41F5B468-C101-4C0D-9683-AC7E7F1F1580}" destId="{0EA37C1F-6AD3-40D3-A613-950FDD05E301}" srcOrd="5" destOrd="0" presId="urn:microsoft.com/office/officeart/2018/5/layout/IconLeafLabelList"/>
    <dgm:cxn modelId="{3512872C-CF90-4E96-8FCF-B35AC07DFBD0}" type="presParOf" srcId="{41F5B468-C101-4C0D-9683-AC7E7F1F1580}" destId="{555924BF-2D8C-4DAF-B537-7443745D027B}" srcOrd="6" destOrd="0" presId="urn:microsoft.com/office/officeart/2018/5/layout/IconLeafLabelList"/>
    <dgm:cxn modelId="{586CAFE0-2338-43D0-8307-7D5A49F15C80}" type="presParOf" srcId="{555924BF-2D8C-4DAF-B537-7443745D027B}" destId="{A2CD5A98-B237-46DA-B47C-E447FE2C76C5}" srcOrd="0" destOrd="0" presId="urn:microsoft.com/office/officeart/2018/5/layout/IconLeafLabelList"/>
    <dgm:cxn modelId="{60CE4DE6-2A08-4E23-A093-76D337675011}" type="presParOf" srcId="{555924BF-2D8C-4DAF-B537-7443745D027B}" destId="{A9E22B3A-8854-48D6-A507-FF61E0ADF847}" srcOrd="1" destOrd="0" presId="urn:microsoft.com/office/officeart/2018/5/layout/IconLeafLabelList"/>
    <dgm:cxn modelId="{D41CD03D-C6F3-4F13-AC54-B09DF140562F}" type="presParOf" srcId="{555924BF-2D8C-4DAF-B537-7443745D027B}" destId="{BF5227B9-9A41-4311-83E3-B1FFFFBC6E1F}" srcOrd="2" destOrd="0" presId="urn:microsoft.com/office/officeart/2018/5/layout/IconLeafLabelList"/>
    <dgm:cxn modelId="{A6836BD0-A82C-416B-8B6E-F30887FB1B20}" type="presParOf" srcId="{555924BF-2D8C-4DAF-B537-7443745D027B}" destId="{44B6B026-A346-496B-9388-F8A22B9C64E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B87206-70C6-4733-B79C-96D1D653A9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DF8A24-077A-4C81-803C-5A1953A4EE0C}">
      <dgm:prSet/>
      <dgm:spPr/>
      <dgm:t>
        <a:bodyPr/>
        <a:lstStyle/>
        <a:p>
          <a:r>
            <a:rPr lang="en-US"/>
            <a:t>Analyze overall sales performance</a:t>
          </a:r>
        </a:p>
      </dgm:t>
    </dgm:pt>
    <dgm:pt modelId="{F2EBF1E2-23FB-495D-8763-46124E6C287A}" type="parTrans" cxnId="{723116E1-BB47-4AFB-AAB2-F37055C1F6E3}">
      <dgm:prSet/>
      <dgm:spPr/>
      <dgm:t>
        <a:bodyPr/>
        <a:lstStyle/>
        <a:p>
          <a:endParaRPr lang="en-US"/>
        </a:p>
      </dgm:t>
    </dgm:pt>
    <dgm:pt modelId="{33E89F6B-82E8-4F57-AC0F-CFE7E29F5B77}" type="sibTrans" cxnId="{723116E1-BB47-4AFB-AAB2-F37055C1F6E3}">
      <dgm:prSet/>
      <dgm:spPr/>
      <dgm:t>
        <a:bodyPr/>
        <a:lstStyle/>
        <a:p>
          <a:endParaRPr lang="en-US"/>
        </a:p>
      </dgm:t>
    </dgm:pt>
    <dgm:pt modelId="{E6924550-31CB-426C-B6A1-DBF8619A3F1A}">
      <dgm:prSet/>
      <dgm:spPr/>
      <dgm:t>
        <a:bodyPr/>
        <a:lstStyle/>
        <a:p>
          <a:r>
            <a:rPr lang="en-US"/>
            <a:t>Evaluate profit across categories</a:t>
          </a:r>
        </a:p>
      </dgm:t>
    </dgm:pt>
    <dgm:pt modelId="{614FFFB6-F8AD-4DEA-B8D5-9F5AA12BBFFF}" type="parTrans" cxnId="{89AB11B1-19A2-4448-82C1-EAE79C6C3192}">
      <dgm:prSet/>
      <dgm:spPr/>
      <dgm:t>
        <a:bodyPr/>
        <a:lstStyle/>
        <a:p>
          <a:endParaRPr lang="en-US"/>
        </a:p>
      </dgm:t>
    </dgm:pt>
    <dgm:pt modelId="{AD6B4900-0770-458E-9B95-54D4B15C348D}" type="sibTrans" cxnId="{89AB11B1-19A2-4448-82C1-EAE79C6C3192}">
      <dgm:prSet/>
      <dgm:spPr/>
      <dgm:t>
        <a:bodyPr/>
        <a:lstStyle/>
        <a:p>
          <a:endParaRPr lang="en-US"/>
        </a:p>
      </dgm:t>
    </dgm:pt>
    <dgm:pt modelId="{A9DD6539-CA6C-4FA3-ADDC-14C28112A441}">
      <dgm:prSet/>
      <dgm:spPr/>
      <dgm:t>
        <a:bodyPr/>
        <a:lstStyle/>
        <a:p>
          <a:r>
            <a:rPr lang="en-US"/>
            <a:t>Assess shipping cost impact on profitability</a:t>
          </a:r>
        </a:p>
      </dgm:t>
    </dgm:pt>
    <dgm:pt modelId="{5BAB3430-B824-4334-910F-327B087B406B}" type="parTrans" cxnId="{AAB36650-96E0-475D-AD27-95CBA3029100}">
      <dgm:prSet/>
      <dgm:spPr/>
      <dgm:t>
        <a:bodyPr/>
        <a:lstStyle/>
        <a:p>
          <a:endParaRPr lang="en-US"/>
        </a:p>
      </dgm:t>
    </dgm:pt>
    <dgm:pt modelId="{4B930ED6-2D57-400F-A9C1-26C68F960655}" type="sibTrans" cxnId="{AAB36650-96E0-475D-AD27-95CBA3029100}">
      <dgm:prSet/>
      <dgm:spPr/>
      <dgm:t>
        <a:bodyPr/>
        <a:lstStyle/>
        <a:p>
          <a:endParaRPr lang="en-US"/>
        </a:p>
      </dgm:t>
    </dgm:pt>
    <dgm:pt modelId="{5F31074D-EFCD-4F05-950D-CDE41AB09219}">
      <dgm:prSet/>
      <dgm:spPr/>
      <dgm:t>
        <a:bodyPr/>
        <a:lstStyle/>
        <a:p>
          <a:r>
            <a:rPr lang="en-US"/>
            <a:t>Identify top-performing regions &amp; products</a:t>
          </a:r>
        </a:p>
      </dgm:t>
    </dgm:pt>
    <dgm:pt modelId="{B739370E-6F54-405E-B34A-18DC26FF8B93}" type="parTrans" cxnId="{8B858F46-4511-4E1A-B393-A745D0D5F9A9}">
      <dgm:prSet/>
      <dgm:spPr/>
      <dgm:t>
        <a:bodyPr/>
        <a:lstStyle/>
        <a:p>
          <a:endParaRPr lang="en-US"/>
        </a:p>
      </dgm:t>
    </dgm:pt>
    <dgm:pt modelId="{FE1E5C1A-0312-49C9-8A5B-B31B680B185E}" type="sibTrans" cxnId="{8B858F46-4511-4E1A-B393-A745D0D5F9A9}">
      <dgm:prSet/>
      <dgm:spPr/>
      <dgm:t>
        <a:bodyPr/>
        <a:lstStyle/>
        <a:p>
          <a:endParaRPr lang="en-US"/>
        </a:p>
      </dgm:t>
    </dgm:pt>
    <dgm:pt modelId="{BBBCB6CC-4CA4-47C5-9CAD-B3195ABD16E9}">
      <dgm:prSet/>
      <dgm:spPr/>
      <dgm:t>
        <a:bodyPr/>
        <a:lstStyle/>
        <a:p>
          <a:r>
            <a:rPr lang="en-US"/>
            <a:t>Examine sales trends over time</a:t>
          </a:r>
        </a:p>
      </dgm:t>
    </dgm:pt>
    <dgm:pt modelId="{E1E9667F-F917-4D7E-B39A-EC582AE79F80}" type="parTrans" cxnId="{CCFDAA19-1C3B-4E95-B991-89D259035DBB}">
      <dgm:prSet/>
      <dgm:spPr/>
      <dgm:t>
        <a:bodyPr/>
        <a:lstStyle/>
        <a:p>
          <a:endParaRPr lang="en-US"/>
        </a:p>
      </dgm:t>
    </dgm:pt>
    <dgm:pt modelId="{53E2AC98-DCAD-4872-BBE2-8505C41FC5E1}" type="sibTrans" cxnId="{CCFDAA19-1C3B-4E95-B991-89D259035DBB}">
      <dgm:prSet/>
      <dgm:spPr/>
      <dgm:t>
        <a:bodyPr/>
        <a:lstStyle/>
        <a:p>
          <a:endParaRPr lang="en-US"/>
        </a:p>
      </dgm:t>
    </dgm:pt>
    <dgm:pt modelId="{22D6520B-6E08-47BC-9047-EEE11BE49640}" type="pres">
      <dgm:prSet presAssocID="{01B87206-70C6-4733-B79C-96D1D653A93C}" presName="root" presStyleCnt="0">
        <dgm:presLayoutVars>
          <dgm:dir/>
          <dgm:resizeHandles val="exact"/>
        </dgm:presLayoutVars>
      </dgm:prSet>
      <dgm:spPr/>
    </dgm:pt>
    <dgm:pt modelId="{4D61F8BC-AC83-43B7-9663-CB39CD25EF91}" type="pres">
      <dgm:prSet presAssocID="{9BDF8A24-077A-4C81-803C-5A1953A4EE0C}" presName="compNode" presStyleCnt="0"/>
      <dgm:spPr/>
    </dgm:pt>
    <dgm:pt modelId="{1011656B-40E4-4973-9B1F-B9CFA06E7DBF}" type="pres">
      <dgm:prSet presAssocID="{9BDF8A24-077A-4C81-803C-5A1953A4EE0C}" presName="bgRect" presStyleLbl="bgShp" presStyleIdx="0" presStyleCnt="5"/>
      <dgm:spPr/>
    </dgm:pt>
    <dgm:pt modelId="{D8C0ABCC-BE25-4DD5-B7B7-95DD99F15873}" type="pres">
      <dgm:prSet presAssocID="{9BDF8A24-077A-4C81-803C-5A1953A4EE0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712F6A2-1F08-4473-82F6-F3C942F65D5B}" type="pres">
      <dgm:prSet presAssocID="{9BDF8A24-077A-4C81-803C-5A1953A4EE0C}" presName="spaceRect" presStyleCnt="0"/>
      <dgm:spPr/>
    </dgm:pt>
    <dgm:pt modelId="{463BD049-5852-4872-B01C-737F0EF7673A}" type="pres">
      <dgm:prSet presAssocID="{9BDF8A24-077A-4C81-803C-5A1953A4EE0C}" presName="parTx" presStyleLbl="revTx" presStyleIdx="0" presStyleCnt="5">
        <dgm:presLayoutVars>
          <dgm:chMax val="0"/>
          <dgm:chPref val="0"/>
        </dgm:presLayoutVars>
      </dgm:prSet>
      <dgm:spPr/>
    </dgm:pt>
    <dgm:pt modelId="{52C98F1F-F36C-4E59-B7C6-5FA7EEB30609}" type="pres">
      <dgm:prSet presAssocID="{33E89F6B-82E8-4F57-AC0F-CFE7E29F5B77}" presName="sibTrans" presStyleCnt="0"/>
      <dgm:spPr/>
    </dgm:pt>
    <dgm:pt modelId="{8255A863-DBEA-441B-8B65-B99A4DC34284}" type="pres">
      <dgm:prSet presAssocID="{E6924550-31CB-426C-B6A1-DBF8619A3F1A}" presName="compNode" presStyleCnt="0"/>
      <dgm:spPr/>
    </dgm:pt>
    <dgm:pt modelId="{4B1F3EFD-87C0-4570-8BFE-C088C14DED26}" type="pres">
      <dgm:prSet presAssocID="{E6924550-31CB-426C-B6A1-DBF8619A3F1A}" presName="bgRect" presStyleLbl="bgShp" presStyleIdx="1" presStyleCnt="5"/>
      <dgm:spPr/>
    </dgm:pt>
    <dgm:pt modelId="{D281EEDE-1B4B-4FC0-9B91-4D733109A2F2}" type="pres">
      <dgm:prSet presAssocID="{E6924550-31CB-426C-B6A1-DBF8619A3F1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7EA54F4-006D-4FD0-BBAF-BB54DBF69623}" type="pres">
      <dgm:prSet presAssocID="{E6924550-31CB-426C-B6A1-DBF8619A3F1A}" presName="spaceRect" presStyleCnt="0"/>
      <dgm:spPr/>
    </dgm:pt>
    <dgm:pt modelId="{BFF85AB9-16AA-4AA9-9D72-858C984629EE}" type="pres">
      <dgm:prSet presAssocID="{E6924550-31CB-426C-B6A1-DBF8619A3F1A}" presName="parTx" presStyleLbl="revTx" presStyleIdx="1" presStyleCnt="5">
        <dgm:presLayoutVars>
          <dgm:chMax val="0"/>
          <dgm:chPref val="0"/>
        </dgm:presLayoutVars>
      </dgm:prSet>
      <dgm:spPr/>
    </dgm:pt>
    <dgm:pt modelId="{9FC95B76-2FFE-4F74-86A3-5D02CA5D64E5}" type="pres">
      <dgm:prSet presAssocID="{AD6B4900-0770-458E-9B95-54D4B15C348D}" presName="sibTrans" presStyleCnt="0"/>
      <dgm:spPr/>
    </dgm:pt>
    <dgm:pt modelId="{FEA66EFC-5B29-4C67-A588-45011D607FA3}" type="pres">
      <dgm:prSet presAssocID="{A9DD6539-CA6C-4FA3-ADDC-14C28112A441}" presName="compNode" presStyleCnt="0"/>
      <dgm:spPr/>
    </dgm:pt>
    <dgm:pt modelId="{0FD0F0A3-78E5-4B62-8721-DEBC0E41E4C0}" type="pres">
      <dgm:prSet presAssocID="{A9DD6539-CA6C-4FA3-ADDC-14C28112A441}" presName="bgRect" presStyleLbl="bgShp" presStyleIdx="2" presStyleCnt="5"/>
      <dgm:spPr/>
    </dgm:pt>
    <dgm:pt modelId="{762BE1B0-CE28-4B67-A57D-841131714582}" type="pres">
      <dgm:prSet presAssocID="{A9DD6539-CA6C-4FA3-ADDC-14C28112A44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17809BC-9252-4275-B21C-1D594FED738B}" type="pres">
      <dgm:prSet presAssocID="{A9DD6539-CA6C-4FA3-ADDC-14C28112A441}" presName="spaceRect" presStyleCnt="0"/>
      <dgm:spPr/>
    </dgm:pt>
    <dgm:pt modelId="{68E6D3E9-C83B-42FE-9C48-5E02CEEA38B4}" type="pres">
      <dgm:prSet presAssocID="{A9DD6539-CA6C-4FA3-ADDC-14C28112A441}" presName="parTx" presStyleLbl="revTx" presStyleIdx="2" presStyleCnt="5">
        <dgm:presLayoutVars>
          <dgm:chMax val="0"/>
          <dgm:chPref val="0"/>
        </dgm:presLayoutVars>
      </dgm:prSet>
      <dgm:spPr/>
    </dgm:pt>
    <dgm:pt modelId="{C025D7CA-6BDD-4391-ADC5-7BDB376FE7AD}" type="pres">
      <dgm:prSet presAssocID="{4B930ED6-2D57-400F-A9C1-26C68F960655}" presName="sibTrans" presStyleCnt="0"/>
      <dgm:spPr/>
    </dgm:pt>
    <dgm:pt modelId="{F14431F6-D23C-4095-90C2-F1B2A64F970C}" type="pres">
      <dgm:prSet presAssocID="{5F31074D-EFCD-4F05-950D-CDE41AB09219}" presName="compNode" presStyleCnt="0"/>
      <dgm:spPr/>
    </dgm:pt>
    <dgm:pt modelId="{CBF23C52-37A8-4119-A003-916C1CA9297C}" type="pres">
      <dgm:prSet presAssocID="{5F31074D-EFCD-4F05-950D-CDE41AB09219}" presName="bgRect" presStyleLbl="bgShp" presStyleIdx="3" presStyleCnt="5"/>
      <dgm:spPr/>
    </dgm:pt>
    <dgm:pt modelId="{F92554FD-3049-412E-9EFF-45ABEA433DDD}" type="pres">
      <dgm:prSet presAssocID="{5F31074D-EFCD-4F05-950D-CDE41AB0921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05B84E39-9603-4423-AE86-F6E5FD2931A9}" type="pres">
      <dgm:prSet presAssocID="{5F31074D-EFCD-4F05-950D-CDE41AB09219}" presName="spaceRect" presStyleCnt="0"/>
      <dgm:spPr/>
    </dgm:pt>
    <dgm:pt modelId="{5F42E35E-45E8-4E9A-B012-B39DDD4B25D2}" type="pres">
      <dgm:prSet presAssocID="{5F31074D-EFCD-4F05-950D-CDE41AB09219}" presName="parTx" presStyleLbl="revTx" presStyleIdx="3" presStyleCnt="5">
        <dgm:presLayoutVars>
          <dgm:chMax val="0"/>
          <dgm:chPref val="0"/>
        </dgm:presLayoutVars>
      </dgm:prSet>
      <dgm:spPr/>
    </dgm:pt>
    <dgm:pt modelId="{917FC4D7-A86C-42D4-BBCB-00C79C75D088}" type="pres">
      <dgm:prSet presAssocID="{FE1E5C1A-0312-49C9-8A5B-B31B680B185E}" presName="sibTrans" presStyleCnt="0"/>
      <dgm:spPr/>
    </dgm:pt>
    <dgm:pt modelId="{3088A6D3-9733-44FD-90E8-1B4B326CBB7C}" type="pres">
      <dgm:prSet presAssocID="{BBBCB6CC-4CA4-47C5-9CAD-B3195ABD16E9}" presName="compNode" presStyleCnt="0"/>
      <dgm:spPr/>
    </dgm:pt>
    <dgm:pt modelId="{9C466DE8-3521-4314-BA7B-66277A722071}" type="pres">
      <dgm:prSet presAssocID="{BBBCB6CC-4CA4-47C5-9CAD-B3195ABD16E9}" presName="bgRect" presStyleLbl="bgShp" presStyleIdx="4" presStyleCnt="5"/>
      <dgm:spPr/>
    </dgm:pt>
    <dgm:pt modelId="{1296479C-56BA-4E03-A998-B2B187B94209}" type="pres">
      <dgm:prSet presAssocID="{BBBCB6CC-4CA4-47C5-9CAD-B3195ABD16E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991EE6B-752F-41DD-A63E-ECDF427C73C9}" type="pres">
      <dgm:prSet presAssocID="{BBBCB6CC-4CA4-47C5-9CAD-B3195ABD16E9}" presName="spaceRect" presStyleCnt="0"/>
      <dgm:spPr/>
    </dgm:pt>
    <dgm:pt modelId="{AA584424-A9F7-455E-B24B-57B433F2A79D}" type="pres">
      <dgm:prSet presAssocID="{BBBCB6CC-4CA4-47C5-9CAD-B3195ABD16E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CFDAA19-1C3B-4E95-B991-89D259035DBB}" srcId="{01B87206-70C6-4733-B79C-96D1D653A93C}" destId="{BBBCB6CC-4CA4-47C5-9CAD-B3195ABD16E9}" srcOrd="4" destOrd="0" parTransId="{E1E9667F-F917-4D7E-B39A-EC582AE79F80}" sibTransId="{53E2AC98-DCAD-4872-BBE2-8505C41FC5E1}"/>
    <dgm:cxn modelId="{802E371E-EFFE-42BD-8D02-4E73C6512E6F}" type="presOf" srcId="{E6924550-31CB-426C-B6A1-DBF8619A3F1A}" destId="{BFF85AB9-16AA-4AA9-9D72-858C984629EE}" srcOrd="0" destOrd="0" presId="urn:microsoft.com/office/officeart/2018/2/layout/IconVerticalSolidList"/>
    <dgm:cxn modelId="{8B858F46-4511-4E1A-B393-A745D0D5F9A9}" srcId="{01B87206-70C6-4733-B79C-96D1D653A93C}" destId="{5F31074D-EFCD-4F05-950D-CDE41AB09219}" srcOrd="3" destOrd="0" parTransId="{B739370E-6F54-405E-B34A-18DC26FF8B93}" sibTransId="{FE1E5C1A-0312-49C9-8A5B-B31B680B185E}"/>
    <dgm:cxn modelId="{BCC15C69-3C23-470E-81F4-F9C74896C7CB}" type="presOf" srcId="{A9DD6539-CA6C-4FA3-ADDC-14C28112A441}" destId="{68E6D3E9-C83B-42FE-9C48-5E02CEEA38B4}" srcOrd="0" destOrd="0" presId="urn:microsoft.com/office/officeart/2018/2/layout/IconVerticalSolidList"/>
    <dgm:cxn modelId="{AAB36650-96E0-475D-AD27-95CBA3029100}" srcId="{01B87206-70C6-4733-B79C-96D1D653A93C}" destId="{A9DD6539-CA6C-4FA3-ADDC-14C28112A441}" srcOrd="2" destOrd="0" parTransId="{5BAB3430-B824-4334-910F-327B087B406B}" sibTransId="{4B930ED6-2D57-400F-A9C1-26C68F960655}"/>
    <dgm:cxn modelId="{ACA29975-8E6E-41D5-BAF4-10C6D198BE94}" type="presOf" srcId="{BBBCB6CC-4CA4-47C5-9CAD-B3195ABD16E9}" destId="{AA584424-A9F7-455E-B24B-57B433F2A79D}" srcOrd="0" destOrd="0" presId="urn:microsoft.com/office/officeart/2018/2/layout/IconVerticalSolidList"/>
    <dgm:cxn modelId="{F3482F95-ED29-41B2-BFE0-271E256EE1A2}" type="presOf" srcId="{9BDF8A24-077A-4C81-803C-5A1953A4EE0C}" destId="{463BD049-5852-4872-B01C-737F0EF7673A}" srcOrd="0" destOrd="0" presId="urn:microsoft.com/office/officeart/2018/2/layout/IconVerticalSolidList"/>
    <dgm:cxn modelId="{89AB11B1-19A2-4448-82C1-EAE79C6C3192}" srcId="{01B87206-70C6-4733-B79C-96D1D653A93C}" destId="{E6924550-31CB-426C-B6A1-DBF8619A3F1A}" srcOrd="1" destOrd="0" parTransId="{614FFFB6-F8AD-4DEA-B8D5-9F5AA12BBFFF}" sibTransId="{AD6B4900-0770-458E-9B95-54D4B15C348D}"/>
    <dgm:cxn modelId="{E13BF9C3-CD68-4D06-A833-C489B6269438}" type="presOf" srcId="{01B87206-70C6-4733-B79C-96D1D653A93C}" destId="{22D6520B-6E08-47BC-9047-EEE11BE49640}" srcOrd="0" destOrd="0" presId="urn:microsoft.com/office/officeart/2018/2/layout/IconVerticalSolidList"/>
    <dgm:cxn modelId="{433544C9-D6CF-407F-BACE-C673657DC82C}" type="presOf" srcId="{5F31074D-EFCD-4F05-950D-CDE41AB09219}" destId="{5F42E35E-45E8-4E9A-B012-B39DDD4B25D2}" srcOrd="0" destOrd="0" presId="urn:microsoft.com/office/officeart/2018/2/layout/IconVerticalSolidList"/>
    <dgm:cxn modelId="{723116E1-BB47-4AFB-AAB2-F37055C1F6E3}" srcId="{01B87206-70C6-4733-B79C-96D1D653A93C}" destId="{9BDF8A24-077A-4C81-803C-5A1953A4EE0C}" srcOrd="0" destOrd="0" parTransId="{F2EBF1E2-23FB-495D-8763-46124E6C287A}" sibTransId="{33E89F6B-82E8-4F57-AC0F-CFE7E29F5B77}"/>
    <dgm:cxn modelId="{75864AD4-994A-466C-8F0B-65CA5115F40A}" type="presParOf" srcId="{22D6520B-6E08-47BC-9047-EEE11BE49640}" destId="{4D61F8BC-AC83-43B7-9663-CB39CD25EF91}" srcOrd="0" destOrd="0" presId="urn:microsoft.com/office/officeart/2018/2/layout/IconVerticalSolidList"/>
    <dgm:cxn modelId="{15891DA7-14DD-4150-8F35-53D7F2014A2B}" type="presParOf" srcId="{4D61F8BC-AC83-43B7-9663-CB39CD25EF91}" destId="{1011656B-40E4-4973-9B1F-B9CFA06E7DBF}" srcOrd="0" destOrd="0" presId="urn:microsoft.com/office/officeart/2018/2/layout/IconVerticalSolidList"/>
    <dgm:cxn modelId="{4608AACB-3D04-4F9E-8912-73B8B41C7CF8}" type="presParOf" srcId="{4D61F8BC-AC83-43B7-9663-CB39CD25EF91}" destId="{D8C0ABCC-BE25-4DD5-B7B7-95DD99F15873}" srcOrd="1" destOrd="0" presId="urn:microsoft.com/office/officeart/2018/2/layout/IconVerticalSolidList"/>
    <dgm:cxn modelId="{05DD31A8-CB6C-4CD9-9007-FF8292632BFE}" type="presParOf" srcId="{4D61F8BC-AC83-43B7-9663-CB39CD25EF91}" destId="{5712F6A2-1F08-4473-82F6-F3C942F65D5B}" srcOrd="2" destOrd="0" presId="urn:microsoft.com/office/officeart/2018/2/layout/IconVerticalSolidList"/>
    <dgm:cxn modelId="{6F33B64E-17BD-4DC0-A485-7C0096D5B17C}" type="presParOf" srcId="{4D61F8BC-AC83-43B7-9663-CB39CD25EF91}" destId="{463BD049-5852-4872-B01C-737F0EF7673A}" srcOrd="3" destOrd="0" presId="urn:microsoft.com/office/officeart/2018/2/layout/IconVerticalSolidList"/>
    <dgm:cxn modelId="{E2DE262C-3499-45AE-AC8F-56B3D42523CC}" type="presParOf" srcId="{22D6520B-6E08-47BC-9047-EEE11BE49640}" destId="{52C98F1F-F36C-4E59-B7C6-5FA7EEB30609}" srcOrd="1" destOrd="0" presId="urn:microsoft.com/office/officeart/2018/2/layout/IconVerticalSolidList"/>
    <dgm:cxn modelId="{C4B1DF58-E3B4-4284-9144-42B3936775B7}" type="presParOf" srcId="{22D6520B-6E08-47BC-9047-EEE11BE49640}" destId="{8255A863-DBEA-441B-8B65-B99A4DC34284}" srcOrd="2" destOrd="0" presId="urn:microsoft.com/office/officeart/2018/2/layout/IconVerticalSolidList"/>
    <dgm:cxn modelId="{A014FB63-35F0-471A-9AE5-1340D5A66FD1}" type="presParOf" srcId="{8255A863-DBEA-441B-8B65-B99A4DC34284}" destId="{4B1F3EFD-87C0-4570-8BFE-C088C14DED26}" srcOrd="0" destOrd="0" presId="urn:microsoft.com/office/officeart/2018/2/layout/IconVerticalSolidList"/>
    <dgm:cxn modelId="{50CADE16-70FD-49C2-8A4A-F46C1A9916CD}" type="presParOf" srcId="{8255A863-DBEA-441B-8B65-B99A4DC34284}" destId="{D281EEDE-1B4B-4FC0-9B91-4D733109A2F2}" srcOrd="1" destOrd="0" presId="urn:microsoft.com/office/officeart/2018/2/layout/IconVerticalSolidList"/>
    <dgm:cxn modelId="{61138015-8335-4895-B6FE-AC36C5AAB516}" type="presParOf" srcId="{8255A863-DBEA-441B-8B65-B99A4DC34284}" destId="{07EA54F4-006D-4FD0-BBAF-BB54DBF69623}" srcOrd="2" destOrd="0" presId="urn:microsoft.com/office/officeart/2018/2/layout/IconVerticalSolidList"/>
    <dgm:cxn modelId="{7E8C574C-B382-4680-AD8E-BC58B5EA2829}" type="presParOf" srcId="{8255A863-DBEA-441B-8B65-B99A4DC34284}" destId="{BFF85AB9-16AA-4AA9-9D72-858C984629EE}" srcOrd="3" destOrd="0" presId="urn:microsoft.com/office/officeart/2018/2/layout/IconVerticalSolidList"/>
    <dgm:cxn modelId="{C930470C-425F-4464-9B90-C1FE0CC0CBEC}" type="presParOf" srcId="{22D6520B-6E08-47BC-9047-EEE11BE49640}" destId="{9FC95B76-2FFE-4F74-86A3-5D02CA5D64E5}" srcOrd="3" destOrd="0" presId="urn:microsoft.com/office/officeart/2018/2/layout/IconVerticalSolidList"/>
    <dgm:cxn modelId="{6BA0E062-288B-41B9-BB3C-F00F22F64B1D}" type="presParOf" srcId="{22D6520B-6E08-47BC-9047-EEE11BE49640}" destId="{FEA66EFC-5B29-4C67-A588-45011D607FA3}" srcOrd="4" destOrd="0" presId="urn:microsoft.com/office/officeart/2018/2/layout/IconVerticalSolidList"/>
    <dgm:cxn modelId="{5D6B2F6B-6723-4B1F-A4FD-105163B9A061}" type="presParOf" srcId="{FEA66EFC-5B29-4C67-A588-45011D607FA3}" destId="{0FD0F0A3-78E5-4B62-8721-DEBC0E41E4C0}" srcOrd="0" destOrd="0" presId="urn:microsoft.com/office/officeart/2018/2/layout/IconVerticalSolidList"/>
    <dgm:cxn modelId="{AD4F9F19-FA62-4DEF-B29E-ADA65B34E7C2}" type="presParOf" srcId="{FEA66EFC-5B29-4C67-A588-45011D607FA3}" destId="{762BE1B0-CE28-4B67-A57D-841131714582}" srcOrd="1" destOrd="0" presId="urn:microsoft.com/office/officeart/2018/2/layout/IconVerticalSolidList"/>
    <dgm:cxn modelId="{ED39050B-7849-49C4-9F5F-4991B1A923AB}" type="presParOf" srcId="{FEA66EFC-5B29-4C67-A588-45011D607FA3}" destId="{C17809BC-9252-4275-B21C-1D594FED738B}" srcOrd="2" destOrd="0" presId="urn:microsoft.com/office/officeart/2018/2/layout/IconVerticalSolidList"/>
    <dgm:cxn modelId="{AF48ACB8-AEBA-4D8D-8E41-70A330DCEC9D}" type="presParOf" srcId="{FEA66EFC-5B29-4C67-A588-45011D607FA3}" destId="{68E6D3E9-C83B-42FE-9C48-5E02CEEA38B4}" srcOrd="3" destOrd="0" presId="urn:microsoft.com/office/officeart/2018/2/layout/IconVerticalSolidList"/>
    <dgm:cxn modelId="{73C45DC2-D113-4E2A-B584-428955578086}" type="presParOf" srcId="{22D6520B-6E08-47BC-9047-EEE11BE49640}" destId="{C025D7CA-6BDD-4391-ADC5-7BDB376FE7AD}" srcOrd="5" destOrd="0" presId="urn:microsoft.com/office/officeart/2018/2/layout/IconVerticalSolidList"/>
    <dgm:cxn modelId="{10A4C074-AE1A-437B-A729-0239544D2719}" type="presParOf" srcId="{22D6520B-6E08-47BC-9047-EEE11BE49640}" destId="{F14431F6-D23C-4095-90C2-F1B2A64F970C}" srcOrd="6" destOrd="0" presId="urn:microsoft.com/office/officeart/2018/2/layout/IconVerticalSolidList"/>
    <dgm:cxn modelId="{747F0052-2345-4457-AF9B-B9EE809BEE9D}" type="presParOf" srcId="{F14431F6-D23C-4095-90C2-F1B2A64F970C}" destId="{CBF23C52-37A8-4119-A003-916C1CA9297C}" srcOrd="0" destOrd="0" presId="urn:microsoft.com/office/officeart/2018/2/layout/IconVerticalSolidList"/>
    <dgm:cxn modelId="{B7397171-6230-4A28-99C4-6D96FB521899}" type="presParOf" srcId="{F14431F6-D23C-4095-90C2-F1B2A64F970C}" destId="{F92554FD-3049-412E-9EFF-45ABEA433DDD}" srcOrd="1" destOrd="0" presId="urn:microsoft.com/office/officeart/2018/2/layout/IconVerticalSolidList"/>
    <dgm:cxn modelId="{C7894594-133C-40DD-AA64-A74569F71E50}" type="presParOf" srcId="{F14431F6-D23C-4095-90C2-F1B2A64F970C}" destId="{05B84E39-9603-4423-AE86-F6E5FD2931A9}" srcOrd="2" destOrd="0" presId="urn:microsoft.com/office/officeart/2018/2/layout/IconVerticalSolidList"/>
    <dgm:cxn modelId="{03A1E98C-17DC-4932-A481-298534CB9E49}" type="presParOf" srcId="{F14431F6-D23C-4095-90C2-F1B2A64F970C}" destId="{5F42E35E-45E8-4E9A-B012-B39DDD4B25D2}" srcOrd="3" destOrd="0" presId="urn:microsoft.com/office/officeart/2018/2/layout/IconVerticalSolidList"/>
    <dgm:cxn modelId="{AC929FAB-4499-4643-AA4E-E8B2255600F1}" type="presParOf" srcId="{22D6520B-6E08-47BC-9047-EEE11BE49640}" destId="{917FC4D7-A86C-42D4-BBCB-00C79C75D088}" srcOrd="7" destOrd="0" presId="urn:microsoft.com/office/officeart/2018/2/layout/IconVerticalSolidList"/>
    <dgm:cxn modelId="{AAA89030-02FF-4D53-B800-F15FED1E0506}" type="presParOf" srcId="{22D6520B-6E08-47BC-9047-EEE11BE49640}" destId="{3088A6D3-9733-44FD-90E8-1B4B326CBB7C}" srcOrd="8" destOrd="0" presId="urn:microsoft.com/office/officeart/2018/2/layout/IconVerticalSolidList"/>
    <dgm:cxn modelId="{267D88E3-1C72-4975-A88B-02DFF13D91E8}" type="presParOf" srcId="{3088A6D3-9733-44FD-90E8-1B4B326CBB7C}" destId="{9C466DE8-3521-4314-BA7B-66277A722071}" srcOrd="0" destOrd="0" presId="urn:microsoft.com/office/officeart/2018/2/layout/IconVerticalSolidList"/>
    <dgm:cxn modelId="{13B712BD-9DC8-487A-ACC1-A5D0C4EC89BB}" type="presParOf" srcId="{3088A6D3-9733-44FD-90E8-1B4B326CBB7C}" destId="{1296479C-56BA-4E03-A998-B2B187B94209}" srcOrd="1" destOrd="0" presId="urn:microsoft.com/office/officeart/2018/2/layout/IconVerticalSolidList"/>
    <dgm:cxn modelId="{AB78C4B8-132E-4521-8996-0A9A3EA82550}" type="presParOf" srcId="{3088A6D3-9733-44FD-90E8-1B4B326CBB7C}" destId="{5991EE6B-752F-41DD-A63E-ECDF427C73C9}" srcOrd="2" destOrd="0" presId="urn:microsoft.com/office/officeart/2018/2/layout/IconVerticalSolidList"/>
    <dgm:cxn modelId="{8BC8D9A9-4798-42A7-B1C3-9FCC64F9789B}" type="presParOf" srcId="{3088A6D3-9733-44FD-90E8-1B4B326CBB7C}" destId="{AA584424-A9F7-455E-B24B-57B433F2A7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0B0BC9-9FFE-4C42-87F6-737F0DE332EE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F6FE8AE-F90C-4F56-83C5-67A0E9E98EDD}">
      <dgm:prSet/>
      <dgm:spPr/>
      <dgm:t>
        <a:bodyPr/>
        <a:lstStyle/>
        <a:p>
          <a:r>
            <a:rPr lang="en-US"/>
            <a:t>Data cleaning in Power Query</a:t>
          </a:r>
        </a:p>
      </dgm:t>
    </dgm:pt>
    <dgm:pt modelId="{4C4333DC-25D3-49AE-828A-28A22012EBB4}" type="parTrans" cxnId="{FDF36199-4E7F-4E6D-BB4C-65C0A837B167}">
      <dgm:prSet/>
      <dgm:spPr/>
      <dgm:t>
        <a:bodyPr/>
        <a:lstStyle/>
        <a:p>
          <a:endParaRPr lang="en-US"/>
        </a:p>
      </dgm:t>
    </dgm:pt>
    <dgm:pt modelId="{B0F909FC-41B5-45AF-96BF-683B8F1E12B7}" type="sibTrans" cxnId="{FDF36199-4E7F-4E6D-BB4C-65C0A837B167}">
      <dgm:prSet/>
      <dgm:spPr/>
      <dgm:t>
        <a:bodyPr/>
        <a:lstStyle/>
        <a:p>
          <a:endParaRPr lang="en-US"/>
        </a:p>
      </dgm:t>
    </dgm:pt>
    <dgm:pt modelId="{37BE2795-28A8-46CA-9805-1ACFEFBF258D}">
      <dgm:prSet/>
      <dgm:spPr/>
      <dgm:t>
        <a:bodyPr/>
        <a:lstStyle/>
        <a:p>
          <a:r>
            <a:rPr lang="en-US"/>
            <a:t>Removed duplicates &amp; nulls</a:t>
          </a:r>
        </a:p>
      </dgm:t>
    </dgm:pt>
    <dgm:pt modelId="{51EEC009-A970-41EE-9AE7-AB687750106E}" type="parTrans" cxnId="{29C8903C-250E-4E07-A85B-ED39DFDA3172}">
      <dgm:prSet/>
      <dgm:spPr/>
      <dgm:t>
        <a:bodyPr/>
        <a:lstStyle/>
        <a:p>
          <a:endParaRPr lang="en-US"/>
        </a:p>
      </dgm:t>
    </dgm:pt>
    <dgm:pt modelId="{59966137-06D0-45F8-810E-3FCDBCE90976}" type="sibTrans" cxnId="{29C8903C-250E-4E07-A85B-ED39DFDA3172}">
      <dgm:prSet/>
      <dgm:spPr/>
      <dgm:t>
        <a:bodyPr/>
        <a:lstStyle/>
        <a:p>
          <a:endParaRPr lang="en-US"/>
        </a:p>
      </dgm:t>
    </dgm:pt>
    <dgm:pt modelId="{D8C3C59C-F3D4-4019-B733-14C613C6618E}">
      <dgm:prSet/>
      <dgm:spPr/>
      <dgm:t>
        <a:bodyPr/>
        <a:lstStyle/>
        <a:p>
          <a:r>
            <a:rPr lang="en-US"/>
            <a:t>Created tables (Customers, Products, Location and Calander)</a:t>
          </a:r>
        </a:p>
      </dgm:t>
    </dgm:pt>
    <dgm:pt modelId="{414BF260-873E-4A4D-8208-BD61E1D7451D}" type="parTrans" cxnId="{732A8525-ED10-4B55-AB28-4663CD298B84}">
      <dgm:prSet/>
      <dgm:spPr/>
      <dgm:t>
        <a:bodyPr/>
        <a:lstStyle/>
        <a:p>
          <a:endParaRPr lang="en-US"/>
        </a:p>
      </dgm:t>
    </dgm:pt>
    <dgm:pt modelId="{4E191B94-138C-4A91-84A3-AFE9ADCB173C}" type="sibTrans" cxnId="{732A8525-ED10-4B55-AB28-4663CD298B84}">
      <dgm:prSet/>
      <dgm:spPr/>
      <dgm:t>
        <a:bodyPr/>
        <a:lstStyle/>
        <a:p>
          <a:endParaRPr lang="en-US"/>
        </a:p>
      </dgm:t>
    </dgm:pt>
    <dgm:pt modelId="{93CBD53C-F58F-4E0D-915E-A18E0B76D9FA}">
      <dgm:prSet/>
      <dgm:spPr/>
      <dgm:t>
        <a:bodyPr/>
        <a:lstStyle/>
        <a:p>
          <a:r>
            <a:rPr lang="en-US"/>
            <a:t>Built relationships</a:t>
          </a:r>
        </a:p>
      </dgm:t>
    </dgm:pt>
    <dgm:pt modelId="{E5105F1A-2DE6-4F8C-840A-05B925CCBAF8}" type="parTrans" cxnId="{16BFB1C3-6ABD-42B1-AD98-D6CF1CB7872E}">
      <dgm:prSet/>
      <dgm:spPr/>
      <dgm:t>
        <a:bodyPr/>
        <a:lstStyle/>
        <a:p>
          <a:endParaRPr lang="en-US"/>
        </a:p>
      </dgm:t>
    </dgm:pt>
    <dgm:pt modelId="{512D2A31-C694-429E-9DBA-C1A4F496F3C9}" type="sibTrans" cxnId="{16BFB1C3-6ABD-42B1-AD98-D6CF1CB7872E}">
      <dgm:prSet/>
      <dgm:spPr/>
      <dgm:t>
        <a:bodyPr/>
        <a:lstStyle/>
        <a:p>
          <a:endParaRPr lang="en-US"/>
        </a:p>
      </dgm:t>
    </dgm:pt>
    <dgm:pt modelId="{38A926A6-8226-4CB3-AA78-23FE5B4ED160}">
      <dgm:prSet/>
      <dgm:spPr/>
      <dgm:t>
        <a:bodyPr/>
        <a:lstStyle/>
        <a:p>
          <a:r>
            <a:rPr lang="en-US"/>
            <a:t>Created measures (Sales, Profit and Margin)</a:t>
          </a:r>
        </a:p>
      </dgm:t>
    </dgm:pt>
    <dgm:pt modelId="{E36B9B61-8631-493F-9D68-31C1BEB3B2D9}" type="parTrans" cxnId="{9BBCB71D-91BC-4438-A153-177BC2DD02A0}">
      <dgm:prSet/>
      <dgm:spPr/>
      <dgm:t>
        <a:bodyPr/>
        <a:lstStyle/>
        <a:p>
          <a:endParaRPr lang="en-US"/>
        </a:p>
      </dgm:t>
    </dgm:pt>
    <dgm:pt modelId="{B329B19D-CE05-4EE7-8AEC-A48FEE57076A}" type="sibTrans" cxnId="{9BBCB71D-91BC-4438-A153-177BC2DD02A0}">
      <dgm:prSet/>
      <dgm:spPr/>
      <dgm:t>
        <a:bodyPr/>
        <a:lstStyle/>
        <a:p>
          <a:endParaRPr lang="en-US"/>
        </a:p>
      </dgm:t>
    </dgm:pt>
    <dgm:pt modelId="{512DBD31-9783-40F7-AED8-60B5B80DF965}" type="pres">
      <dgm:prSet presAssocID="{6E0B0BC9-9FFE-4C42-87F6-737F0DE332EE}" presName="diagram" presStyleCnt="0">
        <dgm:presLayoutVars>
          <dgm:dir/>
          <dgm:resizeHandles val="exact"/>
        </dgm:presLayoutVars>
      </dgm:prSet>
      <dgm:spPr/>
    </dgm:pt>
    <dgm:pt modelId="{03E6F302-B255-4908-B2B9-5CCB5E4DEEA6}" type="pres">
      <dgm:prSet presAssocID="{8F6FE8AE-F90C-4F56-83C5-67A0E9E98EDD}" presName="node" presStyleLbl="node1" presStyleIdx="0" presStyleCnt="5">
        <dgm:presLayoutVars>
          <dgm:bulletEnabled val="1"/>
        </dgm:presLayoutVars>
      </dgm:prSet>
      <dgm:spPr/>
    </dgm:pt>
    <dgm:pt modelId="{2F6D5076-160A-4061-BFDC-F07F6DCF6EAD}" type="pres">
      <dgm:prSet presAssocID="{B0F909FC-41B5-45AF-96BF-683B8F1E12B7}" presName="sibTrans" presStyleLbl="sibTrans2D1" presStyleIdx="0" presStyleCnt="4"/>
      <dgm:spPr/>
    </dgm:pt>
    <dgm:pt modelId="{FDC25DDD-CC88-442B-9C72-1CFEA126EAA8}" type="pres">
      <dgm:prSet presAssocID="{B0F909FC-41B5-45AF-96BF-683B8F1E12B7}" presName="connectorText" presStyleLbl="sibTrans2D1" presStyleIdx="0" presStyleCnt="4"/>
      <dgm:spPr/>
    </dgm:pt>
    <dgm:pt modelId="{4FAC092D-4B4A-4015-94D5-9F71F2BD7D7D}" type="pres">
      <dgm:prSet presAssocID="{37BE2795-28A8-46CA-9805-1ACFEFBF258D}" presName="node" presStyleLbl="node1" presStyleIdx="1" presStyleCnt="5">
        <dgm:presLayoutVars>
          <dgm:bulletEnabled val="1"/>
        </dgm:presLayoutVars>
      </dgm:prSet>
      <dgm:spPr/>
    </dgm:pt>
    <dgm:pt modelId="{30A93A21-1E88-400A-8F7F-C122316060F7}" type="pres">
      <dgm:prSet presAssocID="{59966137-06D0-45F8-810E-3FCDBCE90976}" presName="sibTrans" presStyleLbl="sibTrans2D1" presStyleIdx="1" presStyleCnt="4"/>
      <dgm:spPr/>
    </dgm:pt>
    <dgm:pt modelId="{AE36648D-7DBC-4C40-A374-D8031791C8DB}" type="pres">
      <dgm:prSet presAssocID="{59966137-06D0-45F8-810E-3FCDBCE90976}" presName="connectorText" presStyleLbl="sibTrans2D1" presStyleIdx="1" presStyleCnt="4"/>
      <dgm:spPr/>
    </dgm:pt>
    <dgm:pt modelId="{44754842-0F4D-42B2-A322-1E71FC0EE7B9}" type="pres">
      <dgm:prSet presAssocID="{D8C3C59C-F3D4-4019-B733-14C613C6618E}" presName="node" presStyleLbl="node1" presStyleIdx="2" presStyleCnt="5">
        <dgm:presLayoutVars>
          <dgm:bulletEnabled val="1"/>
        </dgm:presLayoutVars>
      </dgm:prSet>
      <dgm:spPr/>
    </dgm:pt>
    <dgm:pt modelId="{7ACA40B0-2774-454D-B862-9491DE7489CD}" type="pres">
      <dgm:prSet presAssocID="{4E191B94-138C-4A91-84A3-AFE9ADCB173C}" presName="sibTrans" presStyleLbl="sibTrans2D1" presStyleIdx="2" presStyleCnt="4"/>
      <dgm:spPr/>
    </dgm:pt>
    <dgm:pt modelId="{2FC40035-6CEC-4759-86B5-AC178C12C9EE}" type="pres">
      <dgm:prSet presAssocID="{4E191B94-138C-4A91-84A3-AFE9ADCB173C}" presName="connectorText" presStyleLbl="sibTrans2D1" presStyleIdx="2" presStyleCnt="4"/>
      <dgm:spPr/>
    </dgm:pt>
    <dgm:pt modelId="{4B95CDE4-390F-4662-9624-5EEC5F08D945}" type="pres">
      <dgm:prSet presAssocID="{93CBD53C-F58F-4E0D-915E-A18E0B76D9FA}" presName="node" presStyleLbl="node1" presStyleIdx="3" presStyleCnt="5">
        <dgm:presLayoutVars>
          <dgm:bulletEnabled val="1"/>
        </dgm:presLayoutVars>
      </dgm:prSet>
      <dgm:spPr/>
    </dgm:pt>
    <dgm:pt modelId="{52F631BE-87FE-4F6A-8BD6-1D9F5328EE4C}" type="pres">
      <dgm:prSet presAssocID="{512D2A31-C694-429E-9DBA-C1A4F496F3C9}" presName="sibTrans" presStyleLbl="sibTrans2D1" presStyleIdx="3" presStyleCnt="4"/>
      <dgm:spPr/>
    </dgm:pt>
    <dgm:pt modelId="{3D172B95-4762-447B-8C09-EB472FA479F5}" type="pres">
      <dgm:prSet presAssocID="{512D2A31-C694-429E-9DBA-C1A4F496F3C9}" presName="connectorText" presStyleLbl="sibTrans2D1" presStyleIdx="3" presStyleCnt="4"/>
      <dgm:spPr/>
    </dgm:pt>
    <dgm:pt modelId="{14D4FA32-21BF-4233-AD5B-A9382CDF08A8}" type="pres">
      <dgm:prSet presAssocID="{38A926A6-8226-4CB3-AA78-23FE5B4ED160}" presName="node" presStyleLbl="node1" presStyleIdx="4" presStyleCnt="5">
        <dgm:presLayoutVars>
          <dgm:bulletEnabled val="1"/>
        </dgm:presLayoutVars>
      </dgm:prSet>
      <dgm:spPr/>
    </dgm:pt>
  </dgm:ptLst>
  <dgm:cxnLst>
    <dgm:cxn modelId="{575E4019-F5A1-470F-A90D-97DBE537A4D6}" type="presOf" srcId="{512D2A31-C694-429E-9DBA-C1A4F496F3C9}" destId="{3D172B95-4762-447B-8C09-EB472FA479F5}" srcOrd="1" destOrd="0" presId="urn:microsoft.com/office/officeart/2005/8/layout/process5"/>
    <dgm:cxn modelId="{9BBCB71D-91BC-4438-A153-177BC2DD02A0}" srcId="{6E0B0BC9-9FFE-4C42-87F6-737F0DE332EE}" destId="{38A926A6-8226-4CB3-AA78-23FE5B4ED160}" srcOrd="4" destOrd="0" parTransId="{E36B9B61-8631-493F-9D68-31C1BEB3B2D9}" sibTransId="{B329B19D-CE05-4EE7-8AEC-A48FEE57076A}"/>
    <dgm:cxn modelId="{A3D6141E-5EF9-42AB-8CA3-A31B804137FA}" type="presOf" srcId="{37BE2795-28A8-46CA-9805-1ACFEFBF258D}" destId="{4FAC092D-4B4A-4015-94D5-9F71F2BD7D7D}" srcOrd="0" destOrd="0" presId="urn:microsoft.com/office/officeart/2005/8/layout/process5"/>
    <dgm:cxn modelId="{732A8525-ED10-4B55-AB28-4663CD298B84}" srcId="{6E0B0BC9-9FFE-4C42-87F6-737F0DE332EE}" destId="{D8C3C59C-F3D4-4019-B733-14C613C6618E}" srcOrd="2" destOrd="0" parTransId="{414BF260-873E-4A4D-8208-BD61E1D7451D}" sibTransId="{4E191B94-138C-4A91-84A3-AFE9ADCB173C}"/>
    <dgm:cxn modelId="{9E9AE12A-D2EA-48B5-AC17-6509422B8554}" type="presOf" srcId="{93CBD53C-F58F-4E0D-915E-A18E0B76D9FA}" destId="{4B95CDE4-390F-4662-9624-5EEC5F08D945}" srcOrd="0" destOrd="0" presId="urn:microsoft.com/office/officeart/2005/8/layout/process5"/>
    <dgm:cxn modelId="{29C8903C-250E-4E07-A85B-ED39DFDA3172}" srcId="{6E0B0BC9-9FFE-4C42-87F6-737F0DE332EE}" destId="{37BE2795-28A8-46CA-9805-1ACFEFBF258D}" srcOrd="1" destOrd="0" parTransId="{51EEC009-A970-41EE-9AE7-AB687750106E}" sibTransId="{59966137-06D0-45F8-810E-3FCDBCE90976}"/>
    <dgm:cxn modelId="{3F3FD945-DE80-4308-80AF-3A329C43C8A3}" type="presOf" srcId="{4E191B94-138C-4A91-84A3-AFE9ADCB173C}" destId="{2FC40035-6CEC-4759-86B5-AC178C12C9EE}" srcOrd="1" destOrd="0" presId="urn:microsoft.com/office/officeart/2005/8/layout/process5"/>
    <dgm:cxn modelId="{2D50D853-1788-42AC-85D5-D3F76C8C98CD}" type="presOf" srcId="{59966137-06D0-45F8-810E-3FCDBCE90976}" destId="{AE36648D-7DBC-4C40-A374-D8031791C8DB}" srcOrd="1" destOrd="0" presId="urn:microsoft.com/office/officeart/2005/8/layout/process5"/>
    <dgm:cxn modelId="{59C4FB59-A903-497D-B0D0-C62C3F4D62B1}" type="presOf" srcId="{4E191B94-138C-4A91-84A3-AFE9ADCB173C}" destId="{7ACA40B0-2774-454D-B862-9491DE7489CD}" srcOrd="0" destOrd="0" presId="urn:microsoft.com/office/officeart/2005/8/layout/process5"/>
    <dgm:cxn modelId="{69A3867C-0C83-45B3-AC8C-F24E23D0AD29}" type="presOf" srcId="{38A926A6-8226-4CB3-AA78-23FE5B4ED160}" destId="{14D4FA32-21BF-4233-AD5B-A9382CDF08A8}" srcOrd="0" destOrd="0" presId="urn:microsoft.com/office/officeart/2005/8/layout/process5"/>
    <dgm:cxn modelId="{E094DF87-67A8-478F-87BF-56D70373F527}" type="presOf" srcId="{8F6FE8AE-F90C-4F56-83C5-67A0E9E98EDD}" destId="{03E6F302-B255-4908-B2B9-5CCB5E4DEEA6}" srcOrd="0" destOrd="0" presId="urn:microsoft.com/office/officeart/2005/8/layout/process5"/>
    <dgm:cxn modelId="{BBAE0689-DF1C-426D-BFD0-F15C4B5F5DE4}" type="presOf" srcId="{D8C3C59C-F3D4-4019-B733-14C613C6618E}" destId="{44754842-0F4D-42B2-A322-1E71FC0EE7B9}" srcOrd="0" destOrd="0" presId="urn:microsoft.com/office/officeart/2005/8/layout/process5"/>
    <dgm:cxn modelId="{7B0AB293-CD15-4917-BBCA-28413B4B4018}" type="presOf" srcId="{B0F909FC-41B5-45AF-96BF-683B8F1E12B7}" destId="{2F6D5076-160A-4061-BFDC-F07F6DCF6EAD}" srcOrd="0" destOrd="0" presId="urn:microsoft.com/office/officeart/2005/8/layout/process5"/>
    <dgm:cxn modelId="{FDF36199-4E7F-4E6D-BB4C-65C0A837B167}" srcId="{6E0B0BC9-9FFE-4C42-87F6-737F0DE332EE}" destId="{8F6FE8AE-F90C-4F56-83C5-67A0E9E98EDD}" srcOrd="0" destOrd="0" parTransId="{4C4333DC-25D3-49AE-828A-28A22012EBB4}" sibTransId="{B0F909FC-41B5-45AF-96BF-683B8F1E12B7}"/>
    <dgm:cxn modelId="{CCD86FBE-BE7E-4E01-B67F-800D2C5A0936}" type="presOf" srcId="{B0F909FC-41B5-45AF-96BF-683B8F1E12B7}" destId="{FDC25DDD-CC88-442B-9C72-1CFEA126EAA8}" srcOrd="1" destOrd="0" presId="urn:microsoft.com/office/officeart/2005/8/layout/process5"/>
    <dgm:cxn modelId="{16BFB1C3-6ABD-42B1-AD98-D6CF1CB7872E}" srcId="{6E0B0BC9-9FFE-4C42-87F6-737F0DE332EE}" destId="{93CBD53C-F58F-4E0D-915E-A18E0B76D9FA}" srcOrd="3" destOrd="0" parTransId="{E5105F1A-2DE6-4F8C-840A-05B925CCBAF8}" sibTransId="{512D2A31-C694-429E-9DBA-C1A4F496F3C9}"/>
    <dgm:cxn modelId="{0219BFCB-4E71-449B-9C63-09308ACB8EF2}" type="presOf" srcId="{59966137-06D0-45F8-810E-3FCDBCE90976}" destId="{30A93A21-1E88-400A-8F7F-C122316060F7}" srcOrd="0" destOrd="0" presId="urn:microsoft.com/office/officeart/2005/8/layout/process5"/>
    <dgm:cxn modelId="{C99B05E8-A669-428C-8265-EE8749660217}" type="presOf" srcId="{6E0B0BC9-9FFE-4C42-87F6-737F0DE332EE}" destId="{512DBD31-9783-40F7-AED8-60B5B80DF965}" srcOrd="0" destOrd="0" presId="urn:microsoft.com/office/officeart/2005/8/layout/process5"/>
    <dgm:cxn modelId="{ACB251F7-928A-430A-9CB0-DCF88999510A}" type="presOf" srcId="{512D2A31-C694-429E-9DBA-C1A4F496F3C9}" destId="{52F631BE-87FE-4F6A-8BD6-1D9F5328EE4C}" srcOrd="0" destOrd="0" presId="urn:microsoft.com/office/officeart/2005/8/layout/process5"/>
    <dgm:cxn modelId="{803E6C14-7300-4A58-ADFB-EA48BDC67804}" type="presParOf" srcId="{512DBD31-9783-40F7-AED8-60B5B80DF965}" destId="{03E6F302-B255-4908-B2B9-5CCB5E4DEEA6}" srcOrd="0" destOrd="0" presId="urn:microsoft.com/office/officeart/2005/8/layout/process5"/>
    <dgm:cxn modelId="{4C0155FB-D3BC-471F-833A-564161530393}" type="presParOf" srcId="{512DBD31-9783-40F7-AED8-60B5B80DF965}" destId="{2F6D5076-160A-4061-BFDC-F07F6DCF6EAD}" srcOrd="1" destOrd="0" presId="urn:microsoft.com/office/officeart/2005/8/layout/process5"/>
    <dgm:cxn modelId="{898EB76F-6691-4147-8DDB-359E1DFC585F}" type="presParOf" srcId="{2F6D5076-160A-4061-BFDC-F07F6DCF6EAD}" destId="{FDC25DDD-CC88-442B-9C72-1CFEA126EAA8}" srcOrd="0" destOrd="0" presId="urn:microsoft.com/office/officeart/2005/8/layout/process5"/>
    <dgm:cxn modelId="{CCAFFE91-C369-4FC3-8DFC-66FBE0094846}" type="presParOf" srcId="{512DBD31-9783-40F7-AED8-60B5B80DF965}" destId="{4FAC092D-4B4A-4015-94D5-9F71F2BD7D7D}" srcOrd="2" destOrd="0" presId="urn:microsoft.com/office/officeart/2005/8/layout/process5"/>
    <dgm:cxn modelId="{D9171088-2AA5-42FD-81EA-91B29329EEC3}" type="presParOf" srcId="{512DBD31-9783-40F7-AED8-60B5B80DF965}" destId="{30A93A21-1E88-400A-8F7F-C122316060F7}" srcOrd="3" destOrd="0" presId="urn:microsoft.com/office/officeart/2005/8/layout/process5"/>
    <dgm:cxn modelId="{A664CF36-9F16-4434-9AAE-A0CF59173C42}" type="presParOf" srcId="{30A93A21-1E88-400A-8F7F-C122316060F7}" destId="{AE36648D-7DBC-4C40-A374-D8031791C8DB}" srcOrd="0" destOrd="0" presId="urn:microsoft.com/office/officeart/2005/8/layout/process5"/>
    <dgm:cxn modelId="{D5ADC680-1525-42DE-9615-0C22EFEAD631}" type="presParOf" srcId="{512DBD31-9783-40F7-AED8-60B5B80DF965}" destId="{44754842-0F4D-42B2-A322-1E71FC0EE7B9}" srcOrd="4" destOrd="0" presId="urn:microsoft.com/office/officeart/2005/8/layout/process5"/>
    <dgm:cxn modelId="{DE125630-7BFA-4C28-A56C-DC46B359176B}" type="presParOf" srcId="{512DBD31-9783-40F7-AED8-60B5B80DF965}" destId="{7ACA40B0-2774-454D-B862-9491DE7489CD}" srcOrd="5" destOrd="0" presId="urn:microsoft.com/office/officeart/2005/8/layout/process5"/>
    <dgm:cxn modelId="{B9B98F2D-7D92-4E0C-99F0-640DAD79D2E0}" type="presParOf" srcId="{7ACA40B0-2774-454D-B862-9491DE7489CD}" destId="{2FC40035-6CEC-4759-86B5-AC178C12C9EE}" srcOrd="0" destOrd="0" presId="urn:microsoft.com/office/officeart/2005/8/layout/process5"/>
    <dgm:cxn modelId="{5CC7B8F4-699C-42C0-B17B-BAD3D29F9473}" type="presParOf" srcId="{512DBD31-9783-40F7-AED8-60B5B80DF965}" destId="{4B95CDE4-390F-4662-9624-5EEC5F08D945}" srcOrd="6" destOrd="0" presId="urn:microsoft.com/office/officeart/2005/8/layout/process5"/>
    <dgm:cxn modelId="{2CFDD586-347F-4D7E-8B69-FE9286F7CAA0}" type="presParOf" srcId="{512DBD31-9783-40F7-AED8-60B5B80DF965}" destId="{52F631BE-87FE-4F6A-8BD6-1D9F5328EE4C}" srcOrd="7" destOrd="0" presId="urn:microsoft.com/office/officeart/2005/8/layout/process5"/>
    <dgm:cxn modelId="{B9572C57-EEC0-496D-BADB-BFA804495055}" type="presParOf" srcId="{52F631BE-87FE-4F6A-8BD6-1D9F5328EE4C}" destId="{3D172B95-4762-447B-8C09-EB472FA479F5}" srcOrd="0" destOrd="0" presId="urn:microsoft.com/office/officeart/2005/8/layout/process5"/>
    <dgm:cxn modelId="{695241C3-A6B2-459E-8641-3D750441BD01}" type="presParOf" srcId="{512DBD31-9783-40F7-AED8-60B5B80DF965}" destId="{14D4FA32-21BF-4233-AD5B-A9382CDF08A8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E31423-E64A-4058-A46D-619D76C220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8606D18-BEB5-4BD7-A6DB-5FAA7903F0B6}">
      <dgm:prSet/>
      <dgm:spPr/>
      <dgm:t>
        <a:bodyPr/>
        <a:lstStyle/>
        <a:p>
          <a:r>
            <a:rPr lang="en-US"/>
            <a:t>Technology drives most profit</a:t>
          </a:r>
        </a:p>
      </dgm:t>
    </dgm:pt>
    <dgm:pt modelId="{0E3B9518-F638-4D3A-8586-08136887EC64}" type="parTrans" cxnId="{7142671F-A5A5-4883-9AD1-63F7A4CEA78B}">
      <dgm:prSet/>
      <dgm:spPr/>
      <dgm:t>
        <a:bodyPr/>
        <a:lstStyle/>
        <a:p>
          <a:endParaRPr lang="en-US"/>
        </a:p>
      </dgm:t>
    </dgm:pt>
    <dgm:pt modelId="{173F30CB-A2D1-4FF6-8579-479C113B041C}" type="sibTrans" cxnId="{7142671F-A5A5-4883-9AD1-63F7A4CEA78B}">
      <dgm:prSet/>
      <dgm:spPr/>
      <dgm:t>
        <a:bodyPr/>
        <a:lstStyle/>
        <a:p>
          <a:endParaRPr lang="en-US"/>
        </a:p>
      </dgm:t>
    </dgm:pt>
    <dgm:pt modelId="{7D741332-4766-42E3-9AB9-741B39B1925B}">
      <dgm:prSet/>
      <dgm:spPr/>
      <dgm:t>
        <a:bodyPr/>
        <a:lstStyle/>
        <a:p>
          <a:r>
            <a:rPr lang="en-US"/>
            <a:t>APAC has highest shipping cost</a:t>
          </a:r>
        </a:p>
      </dgm:t>
    </dgm:pt>
    <dgm:pt modelId="{A2EB2862-507A-4502-9A7D-F37F1539C1FF}" type="parTrans" cxnId="{96DC6A84-86D2-43CB-A96D-D091FCE740E6}">
      <dgm:prSet/>
      <dgm:spPr/>
      <dgm:t>
        <a:bodyPr/>
        <a:lstStyle/>
        <a:p>
          <a:endParaRPr lang="en-US"/>
        </a:p>
      </dgm:t>
    </dgm:pt>
    <dgm:pt modelId="{C998E33C-E210-4CE9-A9C8-A0B1D666F6CF}" type="sibTrans" cxnId="{96DC6A84-86D2-43CB-A96D-D091FCE740E6}">
      <dgm:prSet/>
      <dgm:spPr/>
      <dgm:t>
        <a:bodyPr/>
        <a:lstStyle/>
        <a:p>
          <a:endParaRPr lang="en-US"/>
        </a:p>
      </dgm:t>
    </dgm:pt>
    <dgm:pt modelId="{5BB6362D-4235-4C1F-A42C-F803515336D3}">
      <dgm:prSet/>
      <dgm:spPr/>
      <dgm:t>
        <a:bodyPr/>
        <a:lstStyle/>
        <a:p>
          <a:r>
            <a:rPr lang="en-US"/>
            <a:t>Q4 has peak sales</a:t>
          </a:r>
        </a:p>
      </dgm:t>
    </dgm:pt>
    <dgm:pt modelId="{5E2B2F8F-BD74-4DF5-A2B2-201AC3C45B5F}" type="parTrans" cxnId="{1EC8A144-8247-49E3-A344-AFAD528470D2}">
      <dgm:prSet/>
      <dgm:spPr/>
      <dgm:t>
        <a:bodyPr/>
        <a:lstStyle/>
        <a:p>
          <a:endParaRPr lang="en-US"/>
        </a:p>
      </dgm:t>
    </dgm:pt>
    <dgm:pt modelId="{7C7942BC-E430-4FDA-AE12-9CB7D989378E}" type="sibTrans" cxnId="{1EC8A144-8247-49E3-A344-AFAD528470D2}">
      <dgm:prSet/>
      <dgm:spPr/>
      <dgm:t>
        <a:bodyPr/>
        <a:lstStyle/>
        <a:p>
          <a:endParaRPr lang="en-US"/>
        </a:p>
      </dgm:t>
    </dgm:pt>
    <dgm:pt modelId="{DF2989C9-AEB1-48A3-AB3E-A77C95930475}">
      <dgm:prSet/>
      <dgm:spPr/>
      <dgm:t>
        <a:bodyPr/>
        <a:lstStyle/>
        <a:p>
          <a:r>
            <a:rPr lang="en-US"/>
            <a:t>Some sub-categories underperform</a:t>
          </a:r>
        </a:p>
      </dgm:t>
    </dgm:pt>
    <dgm:pt modelId="{E486E082-DED3-4DB7-AD13-8661FA36943B}" type="parTrans" cxnId="{F51BBF32-B04A-4B68-B58D-9D5524384EA9}">
      <dgm:prSet/>
      <dgm:spPr/>
      <dgm:t>
        <a:bodyPr/>
        <a:lstStyle/>
        <a:p>
          <a:endParaRPr lang="en-US"/>
        </a:p>
      </dgm:t>
    </dgm:pt>
    <dgm:pt modelId="{3701A089-2F26-478B-8165-60C1BBA08682}" type="sibTrans" cxnId="{F51BBF32-B04A-4B68-B58D-9D5524384EA9}">
      <dgm:prSet/>
      <dgm:spPr/>
      <dgm:t>
        <a:bodyPr/>
        <a:lstStyle/>
        <a:p>
          <a:endParaRPr lang="en-US"/>
        </a:p>
      </dgm:t>
    </dgm:pt>
    <dgm:pt modelId="{848351A2-5184-4304-BB8C-59C8D6302475}">
      <dgm:prSet/>
      <dgm:spPr/>
      <dgm:t>
        <a:bodyPr/>
        <a:lstStyle/>
        <a:p>
          <a:r>
            <a:rPr lang="en-US"/>
            <a:t>Shipping cost impacts margins</a:t>
          </a:r>
        </a:p>
      </dgm:t>
    </dgm:pt>
    <dgm:pt modelId="{FC076117-75F9-4796-BE49-1622CB6BB3BA}" type="parTrans" cxnId="{18ADB2A6-0A6D-4E66-BEA0-2F42F28F4D05}">
      <dgm:prSet/>
      <dgm:spPr/>
      <dgm:t>
        <a:bodyPr/>
        <a:lstStyle/>
        <a:p>
          <a:endParaRPr lang="en-US"/>
        </a:p>
      </dgm:t>
    </dgm:pt>
    <dgm:pt modelId="{151F4B05-CE08-4F0B-AEF5-A24C650BE38A}" type="sibTrans" cxnId="{18ADB2A6-0A6D-4E66-BEA0-2F42F28F4D05}">
      <dgm:prSet/>
      <dgm:spPr/>
      <dgm:t>
        <a:bodyPr/>
        <a:lstStyle/>
        <a:p>
          <a:endParaRPr lang="en-US"/>
        </a:p>
      </dgm:t>
    </dgm:pt>
    <dgm:pt modelId="{5D29221B-106F-4D47-8DF2-5D35E9C74D6D}" type="pres">
      <dgm:prSet presAssocID="{A3E31423-E64A-4058-A46D-619D76C2208C}" presName="root" presStyleCnt="0">
        <dgm:presLayoutVars>
          <dgm:dir/>
          <dgm:resizeHandles val="exact"/>
        </dgm:presLayoutVars>
      </dgm:prSet>
      <dgm:spPr/>
    </dgm:pt>
    <dgm:pt modelId="{E5317A4D-2B4C-409D-B739-9AA143CAF15A}" type="pres">
      <dgm:prSet presAssocID="{B8606D18-BEB5-4BD7-A6DB-5FAA7903F0B6}" presName="compNode" presStyleCnt="0"/>
      <dgm:spPr/>
    </dgm:pt>
    <dgm:pt modelId="{3961C91A-7C3E-4BF6-A353-B40A83C6D61F}" type="pres">
      <dgm:prSet presAssocID="{B8606D18-BEB5-4BD7-A6DB-5FAA7903F0B6}" presName="bgRect" presStyleLbl="bgShp" presStyleIdx="0" presStyleCnt="5"/>
      <dgm:spPr/>
    </dgm:pt>
    <dgm:pt modelId="{B58FD0A7-22D8-4446-B6BA-7E94C17A983C}" type="pres">
      <dgm:prSet presAssocID="{B8606D18-BEB5-4BD7-A6DB-5FAA7903F0B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1194571-ACC9-47F0-8676-CD48939E4E56}" type="pres">
      <dgm:prSet presAssocID="{B8606D18-BEB5-4BD7-A6DB-5FAA7903F0B6}" presName="spaceRect" presStyleCnt="0"/>
      <dgm:spPr/>
    </dgm:pt>
    <dgm:pt modelId="{933E0753-376F-4539-AAA2-A696E44E0144}" type="pres">
      <dgm:prSet presAssocID="{B8606D18-BEB5-4BD7-A6DB-5FAA7903F0B6}" presName="parTx" presStyleLbl="revTx" presStyleIdx="0" presStyleCnt="5">
        <dgm:presLayoutVars>
          <dgm:chMax val="0"/>
          <dgm:chPref val="0"/>
        </dgm:presLayoutVars>
      </dgm:prSet>
      <dgm:spPr/>
    </dgm:pt>
    <dgm:pt modelId="{0367CBDF-E6F5-4FB7-82B5-CF0B7F238466}" type="pres">
      <dgm:prSet presAssocID="{173F30CB-A2D1-4FF6-8579-479C113B041C}" presName="sibTrans" presStyleCnt="0"/>
      <dgm:spPr/>
    </dgm:pt>
    <dgm:pt modelId="{8E05F6B1-7390-44F9-A33C-897D8517937F}" type="pres">
      <dgm:prSet presAssocID="{7D741332-4766-42E3-9AB9-741B39B1925B}" presName="compNode" presStyleCnt="0"/>
      <dgm:spPr/>
    </dgm:pt>
    <dgm:pt modelId="{652E29F4-F1DA-48B4-BEC3-24C4A8DDD6B7}" type="pres">
      <dgm:prSet presAssocID="{7D741332-4766-42E3-9AB9-741B39B1925B}" presName="bgRect" presStyleLbl="bgShp" presStyleIdx="1" presStyleCnt="5"/>
      <dgm:spPr/>
    </dgm:pt>
    <dgm:pt modelId="{0B493205-E4C4-4A44-B7D9-5F5B5C70165D}" type="pres">
      <dgm:prSet presAssocID="{7D741332-4766-42E3-9AB9-741B39B192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51FB2448-017F-4B2F-8FE6-C5ED89AF1542}" type="pres">
      <dgm:prSet presAssocID="{7D741332-4766-42E3-9AB9-741B39B1925B}" presName="spaceRect" presStyleCnt="0"/>
      <dgm:spPr/>
    </dgm:pt>
    <dgm:pt modelId="{1C179CB4-CE23-408A-9E2A-02A905C5FA42}" type="pres">
      <dgm:prSet presAssocID="{7D741332-4766-42E3-9AB9-741B39B1925B}" presName="parTx" presStyleLbl="revTx" presStyleIdx="1" presStyleCnt="5">
        <dgm:presLayoutVars>
          <dgm:chMax val="0"/>
          <dgm:chPref val="0"/>
        </dgm:presLayoutVars>
      </dgm:prSet>
      <dgm:spPr/>
    </dgm:pt>
    <dgm:pt modelId="{963B26D8-E10A-4509-8054-8E5156B1D1F2}" type="pres">
      <dgm:prSet presAssocID="{C998E33C-E210-4CE9-A9C8-A0B1D666F6CF}" presName="sibTrans" presStyleCnt="0"/>
      <dgm:spPr/>
    </dgm:pt>
    <dgm:pt modelId="{86890251-5F49-4367-B77F-377CE1A0111D}" type="pres">
      <dgm:prSet presAssocID="{5BB6362D-4235-4C1F-A42C-F803515336D3}" presName="compNode" presStyleCnt="0"/>
      <dgm:spPr/>
    </dgm:pt>
    <dgm:pt modelId="{78E98796-1BDE-47E6-9971-8BEB50B87DB5}" type="pres">
      <dgm:prSet presAssocID="{5BB6362D-4235-4C1F-A42C-F803515336D3}" presName="bgRect" presStyleLbl="bgShp" presStyleIdx="2" presStyleCnt="5"/>
      <dgm:spPr/>
    </dgm:pt>
    <dgm:pt modelId="{29C6E3A6-A9B5-464C-8323-1CFE4A33B1DB}" type="pres">
      <dgm:prSet presAssocID="{5BB6362D-4235-4C1F-A42C-F803515336D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CEDEF56-6104-4A21-B89E-40EC2C1E6622}" type="pres">
      <dgm:prSet presAssocID="{5BB6362D-4235-4C1F-A42C-F803515336D3}" presName="spaceRect" presStyleCnt="0"/>
      <dgm:spPr/>
    </dgm:pt>
    <dgm:pt modelId="{605338B7-078B-44BB-AA79-C5E9128E8F26}" type="pres">
      <dgm:prSet presAssocID="{5BB6362D-4235-4C1F-A42C-F803515336D3}" presName="parTx" presStyleLbl="revTx" presStyleIdx="2" presStyleCnt="5">
        <dgm:presLayoutVars>
          <dgm:chMax val="0"/>
          <dgm:chPref val="0"/>
        </dgm:presLayoutVars>
      </dgm:prSet>
      <dgm:spPr/>
    </dgm:pt>
    <dgm:pt modelId="{AB2B7DDE-2419-4EF6-A6F8-2DD4181C932F}" type="pres">
      <dgm:prSet presAssocID="{7C7942BC-E430-4FDA-AE12-9CB7D989378E}" presName="sibTrans" presStyleCnt="0"/>
      <dgm:spPr/>
    </dgm:pt>
    <dgm:pt modelId="{350E75A3-0BD8-409B-9F6C-17D007CFA7DF}" type="pres">
      <dgm:prSet presAssocID="{DF2989C9-AEB1-48A3-AB3E-A77C95930475}" presName="compNode" presStyleCnt="0"/>
      <dgm:spPr/>
    </dgm:pt>
    <dgm:pt modelId="{8ABD1FC4-60FC-4F9D-9C9D-CBF49B67ABB4}" type="pres">
      <dgm:prSet presAssocID="{DF2989C9-AEB1-48A3-AB3E-A77C95930475}" presName="bgRect" presStyleLbl="bgShp" presStyleIdx="3" presStyleCnt="5"/>
      <dgm:spPr/>
    </dgm:pt>
    <dgm:pt modelId="{617D85F9-0DF8-447F-A834-683948EEC6A4}" type="pres">
      <dgm:prSet presAssocID="{DF2989C9-AEB1-48A3-AB3E-A77C9593047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DF2583AA-D668-4736-BBFD-95B89A63E0DD}" type="pres">
      <dgm:prSet presAssocID="{DF2989C9-AEB1-48A3-AB3E-A77C95930475}" presName="spaceRect" presStyleCnt="0"/>
      <dgm:spPr/>
    </dgm:pt>
    <dgm:pt modelId="{A6BCA40B-D85B-4B4E-916C-923982CF12F5}" type="pres">
      <dgm:prSet presAssocID="{DF2989C9-AEB1-48A3-AB3E-A77C95930475}" presName="parTx" presStyleLbl="revTx" presStyleIdx="3" presStyleCnt="5">
        <dgm:presLayoutVars>
          <dgm:chMax val="0"/>
          <dgm:chPref val="0"/>
        </dgm:presLayoutVars>
      </dgm:prSet>
      <dgm:spPr/>
    </dgm:pt>
    <dgm:pt modelId="{4F927849-FF84-4D2B-9A97-40BBE6D74A9B}" type="pres">
      <dgm:prSet presAssocID="{3701A089-2F26-478B-8165-60C1BBA08682}" presName="sibTrans" presStyleCnt="0"/>
      <dgm:spPr/>
    </dgm:pt>
    <dgm:pt modelId="{E1936181-C0CC-4107-8AFB-22C4719CD835}" type="pres">
      <dgm:prSet presAssocID="{848351A2-5184-4304-BB8C-59C8D6302475}" presName="compNode" presStyleCnt="0"/>
      <dgm:spPr/>
    </dgm:pt>
    <dgm:pt modelId="{CBF9529D-313F-4D18-972E-244DE68247EC}" type="pres">
      <dgm:prSet presAssocID="{848351A2-5184-4304-BB8C-59C8D6302475}" presName="bgRect" presStyleLbl="bgShp" presStyleIdx="4" presStyleCnt="5"/>
      <dgm:spPr/>
    </dgm:pt>
    <dgm:pt modelId="{686C2BD4-69F4-4417-8F41-C591A42EB259}" type="pres">
      <dgm:prSet presAssocID="{848351A2-5184-4304-BB8C-59C8D63024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3E93A57-00B7-451F-AB85-5B31A595DA70}" type="pres">
      <dgm:prSet presAssocID="{848351A2-5184-4304-BB8C-59C8D6302475}" presName="spaceRect" presStyleCnt="0"/>
      <dgm:spPr/>
    </dgm:pt>
    <dgm:pt modelId="{1D1B965C-F570-4C94-920D-D712EFA371D5}" type="pres">
      <dgm:prSet presAssocID="{848351A2-5184-4304-BB8C-59C8D630247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142671F-A5A5-4883-9AD1-63F7A4CEA78B}" srcId="{A3E31423-E64A-4058-A46D-619D76C2208C}" destId="{B8606D18-BEB5-4BD7-A6DB-5FAA7903F0B6}" srcOrd="0" destOrd="0" parTransId="{0E3B9518-F638-4D3A-8586-08136887EC64}" sibTransId="{173F30CB-A2D1-4FF6-8579-479C113B041C}"/>
    <dgm:cxn modelId="{F51BBF32-B04A-4B68-B58D-9D5524384EA9}" srcId="{A3E31423-E64A-4058-A46D-619D76C2208C}" destId="{DF2989C9-AEB1-48A3-AB3E-A77C95930475}" srcOrd="3" destOrd="0" parTransId="{E486E082-DED3-4DB7-AD13-8661FA36943B}" sibTransId="{3701A089-2F26-478B-8165-60C1BBA08682}"/>
    <dgm:cxn modelId="{0AE81E3F-BA48-4990-B2A5-3D2FDAD42389}" type="presOf" srcId="{848351A2-5184-4304-BB8C-59C8D6302475}" destId="{1D1B965C-F570-4C94-920D-D712EFA371D5}" srcOrd="0" destOrd="0" presId="urn:microsoft.com/office/officeart/2018/2/layout/IconVerticalSolidList"/>
    <dgm:cxn modelId="{09C09D62-B549-4068-AF9C-1B3FC23C54CD}" type="presOf" srcId="{7D741332-4766-42E3-9AB9-741B39B1925B}" destId="{1C179CB4-CE23-408A-9E2A-02A905C5FA42}" srcOrd="0" destOrd="0" presId="urn:microsoft.com/office/officeart/2018/2/layout/IconVerticalSolidList"/>
    <dgm:cxn modelId="{1EC8A144-8247-49E3-A344-AFAD528470D2}" srcId="{A3E31423-E64A-4058-A46D-619D76C2208C}" destId="{5BB6362D-4235-4C1F-A42C-F803515336D3}" srcOrd="2" destOrd="0" parTransId="{5E2B2F8F-BD74-4DF5-A2B2-201AC3C45B5F}" sibTransId="{7C7942BC-E430-4FDA-AE12-9CB7D989378E}"/>
    <dgm:cxn modelId="{52D6F954-D301-4DAA-9E9A-5FE766126B2A}" type="presOf" srcId="{DF2989C9-AEB1-48A3-AB3E-A77C95930475}" destId="{A6BCA40B-D85B-4B4E-916C-923982CF12F5}" srcOrd="0" destOrd="0" presId="urn:microsoft.com/office/officeart/2018/2/layout/IconVerticalSolidList"/>
    <dgm:cxn modelId="{96DC6A84-86D2-43CB-A96D-D091FCE740E6}" srcId="{A3E31423-E64A-4058-A46D-619D76C2208C}" destId="{7D741332-4766-42E3-9AB9-741B39B1925B}" srcOrd="1" destOrd="0" parTransId="{A2EB2862-507A-4502-9A7D-F37F1539C1FF}" sibTransId="{C998E33C-E210-4CE9-A9C8-A0B1D666F6CF}"/>
    <dgm:cxn modelId="{5EB4999D-4140-4304-866B-0E26971B4257}" type="presOf" srcId="{B8606D18-BEB5-4BD7-A6DB-5FAA7903F0B6}" destId="{933E0753-376F-4539-AAA2-A696E44E0144}" srcOrd="0" destOrd="0" presId="urn:microsoft.com/office/officeart/2018/2/layout/IconVerticalSolidList"/>
    <dgm:cxn modelId="{18ADB2A6-0A6D-4E66-BEA0-2F42F28F4D05}" srcId="{A3E31423-E64A-4058-A46D-619D76C2208C}" destId="{848351A2-5184-4304-BB8C-59C8D6302475}" srcOrd="4" destOrd="0" parTransId="{FC076117-75F9-4796-BE49-1622CB6BB3BA}" sibTransId="{151F4B05-CE08-4F0B-AEF5-A24C650BE38A}"/>
    <dgm:cxn modelId="{86E26FDE-A809-4559-A578-69D481B5D463}" type="presOf" srcId="{A3E31423-E64A-4058-A46D-619D76C2208C}" destId="{5D29221B-106F-4D47-8DF2-5D35E9C74D6D}" srcOrd="0" destOrd="0" presId="urn:microsoft.com/office/officeart/2018/2/layout/IconVerticalSolidList"/>
    <dgm:cxn modelId="{72C5DAF2-86C0-438A-A655-E18CD2579DFC}" type="presOf" srcId="{5BB6362D-4235-4C1F-A42C-F803515336D3}" destId="{605338B7-078B-44BB-AA79-C5E9128E8F26}" srcOrd="0" destOrd="0" presId="urn:microsoft.com/office/officeart/2018/2/layout/IconVerticalSolidList"/>
    <dgm:cxn modelId="{D8254CAF-652F-4D1B-B45D-ED3CB4438A0D}" type="presParOf" srcId="{5D29221B-106F-4D47-8DF2-5D35E9C74D6D}" destId="{E5317A4D-2B4C-409D-B739-9AA143CAF15A}" srcOrd="0" destOrd="0" presId="urn:microsoft.com/office/officeart/2018/2/layout/IconVerticalSolidList"/>
    <dgm:cxn modelId="{EF5E70E2-2B35-4FF0-A895-84010C34C70C}" type="presParOf" srcId="{E5317A4D-2B4C-409D-B739-9AA143CAF15A}" destId="{3961C91A-7C3E-4BF6-A353-B40A83C6D61F}" srcOrd="0" destOrd="0" presId="urn:microsoft.com/office/officeart/2018/2/layout/IconVerticalSolidList"/>
    <dgm:cxn modelId="{D95B4D1E-FE19-418B-8729-C29B36A6CA3D}" type="presParOf" srcId="{E5317A4D-2B4C-409D-B739-9AA143CAF15A}" destId="{B58FD0A7-22D8-4446-B6BA-7E94C17A983C}" srcOrd="1" destOrd="0" presId="urn:microsoft.com/office/officeart/2018/2/layout/IconVerticalSolidList"/>
    <dgm:cxn modelId="{05055AFA-15F9-4232-A1D5-6F32C6DE1DAC}" type="presParOf" srcId="{E5317A4D-2B4C-409D-B739-9AA143CAF15A}" destId="{F1194571-ACC9-47F0-8676-CD48939E4E56}" srcOrd="2" destOrd="0" presId="urn:microsoft.com/office/officeart/2018/2/layout/IconVerticalSolidList"/>
    <dgm:cxn modelId="{5B0634EB-DCED-4B8C-96F9-7908072AE5B8}" type="presParOf" srcId="{E5317A4D-2B4C-409D-B739-9AA143CAF15A}" destId="{933E0753-376F-4539-AAA2-A696E44E0144}" srcOrd="3" destOrd="0" presId="urn:microsoft.com/office/officeart/2018/2/layout/IconVerticalSolidList"/>
    <dgm:cxn modelId="{66FD1964-B7AB-44E8-AE49-B39CB191E795}" type="presParOf" srcId="{5D29221B-106F-4D47-8DF2-5D35E9C74D6D}" destId="{0367CBDF-E6F5-4FB7-82B5-CF0B7F238466}" srcOrd="1" destOrd="0" presId="urn:microsoft.com/office/officeart/2018/2/layout/IconVerticalSolidList"/>
    <dgm:cxn modelId="{8055B38F-917D-4FE3-BB4A-423B2CDEB990}" type="presParOf" srcId="{5D29221B-106F-4D47-8DF2-5D35E9C74D6D}" destId="{8E05F6B1-7390-44F9-A33C-897D8517937F}" srcOrd="2" destOrd="0" presId="urn:microsoft.com/office/officeart/2018/2/layout/IconVerticalSolidList"/>
    <dgm:cxn modelId="{890A0CEE-6E00-47FB-AAE8-FB430140ABFD}" type="presParOf" srcId="{8E05F6B1-7390-44F9-A33C-897D8517937F}" destId="{652E29F4-F1DA-48B4-BEC3-24C4A8DDD6B7}" srcOrd="0" destOrd="0" presId="urn:microsoft.com/office/officeart/2018/2/layout/IconVerticalSolidList"/>
    <dgm:cxn modelId="{EE5FBDE0-D43C-4B2B-B0F1-20748C8D3BE4}" type="presParOf" srcId="{8E05F6B1-7390-44F9-A33C-897D8517937F}" destId="{0B493205-E4C4-4A44-B7D9-5F5B5C70165D}" srcOrd="1" destOrd="0" presId="urn:microsoft.com/office/officeart/2018/2/layout/IconVerticalSolidList"/>
    <dgm:cxn modelId="{53DBF10D-1E76-4787-A0F0-099FF8758290}" type="presParOf" srcId="{8E05F6B1-7390-44F9-A33C-897D8517937F}" destId="{51FB2448-017F-4B2F-8FE6-C5ED89AF1542}" srcOrd="2" destOrd="0" presId="urn:microsoft.com/office/officeart/2018/2/layout/IconVerticalSolidList"/>
    <dgm:cxn modelId="{54FA2B1F-A998-4DB3-B686-0B2194BDE9B5}" type="presParOf" srcId="{8E05F6B1-7390-44F9-A33C-897D8517937F}" destId="{1C179CB4-CE23-408A-9E2A-02A905C5FA42}" srcOrd="3" destOrd="0" presId="urn:microsoft.com/office/officeart/2018/2/layout/IconVerticalSolidList"/>
    <dgm:cxn modelId="{21B412C4-7D2E-4F19-881A-91C317AD49DA}" type="presParOf" srcId="{5D29221B-106F-4D47-8DF2-5D35E9C74D6D}" destId="{963B26D8-E10A-4509-8054-8E5156B1D1F2}" srcOrd="3" destOrd="0" presId="urn:microsoft.com/office/officeart/2018/2/layout/IconVerticalSolidList"/>
    <dgm:cxn modelId="{D924B3DA-5FD9-4923-BB59-62C380C9AC38}" type="presParOf" srcId="{5D29221B-106F-4D47-8DF2-5D35E9C74D6D}" destId="{86890251-5F49-4367-B77F-377CE1A0111D}" srcOrd="4" destOrd="0" presId="urn:microsoft.com/office/officeart/2018/2/layout/IconVerticalSolidList"/>
    <dgm:cxn modelId="{63630BAC-3524-499E-8247-8564A92E4C11}" type="presParOf" srcId="{86890251-5F49-4367-B77F-377CE1A0111D}" destId="{78E98796-1BDE-47E6-9971-8BEB50B87DB5}" srcOrd="0" destOrd="0" presId="urn:microsoft.com/office/officeart/2018/2/layout/IconVerticalSolidList"/>
    <dgm:cxn modelId="{9C8E61D4-856B-426A-A0D2-D54955775D11}" type="presParOf" srcId="{86890251-5F49-4367-B77F-377CE1A0111D}" destId="{29C6E3A6-A9B5-464C-8323-1CFE4A33B1DB}" srcOrd="1" destOrd="0" presId="urn:microsoft.com/office/officeart/2018/2/layout/IconVerticalSolidList"/>
    <dgm:cxn modelId="{0946F2C6-17B7-429D-9982-241BB6B42309}" type="presParOf" srcId="{86890251-5F49-4367-B77F-377CE1A0111D}" destId="{CCEDEF56-6104-4A21-B89E-40EC2C1E6622}" srcOrd="2" destOrd="0" presId="urn:microsoft.com/office/officeart/2018/2/layout/IconVerticalSolidList"/>
    <dgm:cxn modelId="{15A37E33-C7A4-4A5A-9FCC-9EC97FE3C8E5}" type="presParOf" srcId="{86890251-5F49-4367-B77F-377CE1A0111D}" destId="{605338B7-078B-44BB-AA79-C5E9128E8F26}" srcOrd="3" destOrd="0" presId="urn:microsoft.com/office/officeart/2018/2/layout/IconVerticalSolidList"/>
    <dgm:cxn modelId="{03DBB415-35E1-4427-8881-982418A5FF4A}" type="presParOf" srcId="{5D29221B-106F-4D47-8DF2-5D35E9C74D6D}" destId="{AB2B7DDE-2419-4EF6-A6F8-2DD4181C932F}" srcOrd="5" destOrd="0" presId="urn:microsoft.com/office/officeart/2018/2/layout/IconVerticalSolidList"/>
    <dgm:cxn modelId="{780DC67D-2663-4A5F-984F-FEFBEF51A701}" type="presParOf" srcId="{5D29221B-106F-4D47-8DF2-5D35E9C74D6D}" destId="{350E75A3-0BD8-409B-9F6C-17D007CFA7DF}" srcOrd="6" destOrd="0" presId="urn:microsoft.com/office/officeart/2018/2/layout/IconVerticalSolidList"/>
    <dgm:cxn modelId="{82865926-B479-4333-844D-1A46BD25BA61}" type="presParOf" srcId="{350E75A3-0BD8-409B-9F6C-17D007CFA7DF}" destId="{8ABD1FC4-60FC-4F9D-9C9D-CBF49B67ABB4}" srcOrd="0" destOrd="0" presId="urn:microsoft.com/office/officeart/2018/2/layout/IconVerticalSolidList"/>
    <dgm:cxn modelId="{CE808578-C0D5-490D-B13D-CBBC038AB8A8}" type="presParOf" srcId="{350E75A3-0BD8-409B-9F6C-17D007CFA7DF}" destId="{617D85F9-0DF8-447F-A834-683948EEC6A4}" srcOrd="1" destOrd="0" presId="urn:microsoft.com/office/officeart/2018/2/layout/IconVerticalSolidList"/>
    <dgm:cxn modelId="{EA637C5D-8075-4E06-A036-4C5F48D27522}" type="presParOf" srcId="{350E75A3-0BD8-409B-9F6C-17D007CFA7DF}" destId="{DF2583AA-D668-4736-BBFD-95B89A63E0DD}" srcOrd="2" destOrd="0" presId="urn:microsoft.com/office/officeart/2018/2/layout/IconVerticalSolidList"/>
    <dgm:cxn modelId="{9B09DFE7-D2DF-4241-9604-472909D45C64}" type="presParOf" srcId="{350E75A3-0BD8-409B-9F6C-17D007CFA7DF}" destId="{A6BCA40B-D85B-4B4E-916C-923982CF12F5}" srcOrd="3" destOrd="0" presId="urn:microsoft.com/office/officeart/2018/2/layout/IconVerticalSolidList"/>
    <dgm:cxn modelId="{E24556A9-B81A-4FE7-B541-7CA696001649}" type="presParOf" srcId="{5D29221B-106F-4D47-8DF2-5D35E9C74D6D}" destId="{4F927849-FF84-4D2B-9A97-40BBE6D74A9B}" srcOrd="7" destOrd="0" presId="urn:microsoft.com/office/officeart/2018/2/layout/IconVerticalSolidList"/>
    <dgm:cxn modelId="{19B50053-3C09-4117-9EB0-67BC593CC00D}" type="presParOf" srcId="{5D29221B-106F-4D47-8DF2-5D35E9C74D6D}" destId="{E1936181-C0CC-4107-8AFB-22C4719CD835}" srcOrd="8" destOrd="0" presId="urn:microsoft.com/office/officeart/2018/2/layout/IconVerticalSolidList"/>
    <dgm:cxn modelId="{71C1A332-74B2-467E-852D-3DFC53E547E0}" type="presParOf" srcId="{E1936181-C0CC-4107-8AFB-22C4719CD835}" destId="{CBF9529D-313F-4D18-972E-244DE68247EC}" srcOrd="0" destOrd="0" presId="urn:microsoft.com/office/officeart/2018/2/layout/IconVerticalSolidList"/>
    <dgm:cxn modelId="{90689D75-5DEA-4E9B-BE85-3C96730F1D08}" type="presParOf" srcId="{E1936181-C0CC-4107-8AFB-22C4719CD835}" destId="{686C2BD4-69F4-4417-8F41-C591A42EB259}" srcOrd="1" destOrd="0" presId="urn:microsoft.com/office/officeart/2018/2/layout/IconVerticalSolidList"/>
    <dgm:cxn modelId="{2B704280-EC0A-499A-886C-5463A731B34B}" type="presParOf" srcId="{E1936181-C0CC-4107-8AFB-22C4719CD835}" destId="{13E93A57-00B7-451F-AB85-5B31A595DA70}" srcOrd="2" destOrd="0" presId="urn:microsoft.com/office/officeart/2018/2/layout/IconVerticalSolidList"/>
    <dgm:cxn modelId="{694DA010-6F2C-49FA-8737-633EFDA903F1}" type="presParOf" srcId="{E1936181-C0CC-4107-8AFB-22C4719CD835}" destId="{1D1B965C-F570-4C94-920D-D712EFA371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E20C5C-FFEA-4C26-B934-C35FC7477B8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F4BC2FC-1AB1-44FE-96DA-F723B633D0FE}">
      <dgm:prSet/>
      <dgm:spPr/>
      <dgm:t>
        <a:bodyPr/>
        <a:lstStyle/>
        <a:p>
          <a:r>
            <a:rPr lang="en-US"/>
            <a:t>Optimize shipping routes</a:t>
          </a:r>
        </a:p>
      </dgm:t>
    </dgm:pt>
    <dgm:pt modelId="{E200396F-A17B-4264-96E1-BCA7E76DA191}" type="parTrans" cxnId="{990ED308-5B72-404C-919B-5E7EEF5735C3}">
      <dgm:prSet/>
      <dgm:spPr/>
      <dgm:t>
        <a:bodyPr/>
        <a:lstStyle/>
        <a:p>
          <a:endParaRPr lang="en-US"/>
        </a:p>
      </dgm:t>
    </dgm:pt>
    <dgm:pt modelId="{4B0A0F00-2D19-49C3-8C99-1FC3A18C063A}" type="sibTrans" cxnId="{990ED308-5B72-404C-919B-5E7EEF5735C3}">
      <dgm:prSet/>
      <dgm:spPr/>
      <dgm:t>
        <a:bodyPr/>
        <a:lstStyle/>
        <a:p>
          <a:endParaRPr lang="en-US"/>
        </a:p>
      </dgm:t>
    </dgm:pt>
    <dgm:pt modelId="{D571D53A-5469-4525-A800-8FC752E2C41B}">
      <dgm:prSet/>
      <dgm:spPr/>
      <dgm:t>
        <a:bodyPr/>
        <a:lstStyle/>
        <a:p>
          <a:r>
            <a:rPr lang="en-US"/>
            <a:t>Review discount strategies</a:t>
          </a:r>
        </a:p>
      </dgm:t>
    </dgm:pt>
    <dgm:pt modelId="{06AEC582-D7AF-46E2-A074-01B76F1CAFA6}" type="parTrans" cxnId="{1FE5FF5E-C897-4936-92F6-A2165D15CBE9}">
      <dgm:prSet/>
      <dgm:spPr/>
      <dgm:t>
        <a:bodyPr/>
        <a:lstStyle/>
        <a:p>
          <a:endParaRPr lang="en-US"/>
        </a:p>
      </dgm:t>
    </dgm:pt>
    <dgm:pt modelId="{3E4899DB-DA42-43A7-8249-D66F549459E2}" type="sibTrans" cxnId="{1FE5FF5E-C897-4936-92F6-A2165D15CBE9}">
      <dgm:prSet/>
      <dgm:spPr/>
      <dgm:t>
        <a:bodyPr/>
        <a:lstStyle/>
        <a:p>
          <a:endParaRPr lang="en-US"/>
        </a:p>
      </dgm:t>
    </dgm:pt>
    <dgm:pt modelId="{0643B6FF-488E-4B05-97A0-7C0FDEA210CE}">
      <dgm:prSet/>
      <dgm:spPr/>
      <dgm:t>
        <a:bodyPr/>
        <a:lstStyle/>
        <a:p>
          <a:r>
            <a:rPr lang="en-US"/>
            <a:t>Invest in high-profit categories</a:t>
          </a:r>
        </a:p>
      </dgm:t>
    </dgm:pt>
    <dgm:pt modelId="{5CBC26D0-1ABD-4E79-8FF0-2D754ABE3E47}" type="parTrans" cxnId="{BF33F66B-BE3F-4C8D-9AB4-02740D7BA0AB}">
      <dgm:prSet/>
      <dgm:spPr/>
      <dgm:t>
        <a:bodyPr/>
        <a:lstStyle/>
        <a:p>
          <a:endParaRPr lang="en-US"/>
        </a:p>
      </dgm:t>
    </dgm:pt>
    <dgm:pt modelId="{39BB2653-5564-4058-AEB0-724DC82B16AE}" type="sibTrans" cxnId="{BF33F66B-BE3F-4C8D-9AB4-02740D7BA0AB}">
      <dgm:prSet/>
      <dgm:spPr/>
      <dgm:t>
        <a:bodyPr/>
        <a:lstStyle/>
        <a:p>
          <a:endParaRPr lang="en-US"/>
        </a:p>
      </dgm:t>
    </dgm:pt>
    <dgm:pt modelId="{05C56DD7-E223-485A-AF0E-42001BA64807}">
      <dgm:prSet/>
      <dgm:spPr/>
      <dgm:t>
        <a:bodyPr/>
        <a:lstStyle/>
        <a:p>
          <a:r>
            <a:rPr lang="en-US"/>
            <a:t>Reduce loss-making products</a:t>
          </a:r>
        </a:p>
      </dgm:t>
    </dgm:pt>
    <dgm:pt modelId="{520C71F5-ABE0-4CF5-B74B-B8C37938C17C}" type="parTrans" cxnId="{378FF4DA-0339-4677-92C1-D7EBEF92876A}">
      <dgm:prSet/>
      <dgm:spPr/>
      <dgm:t>
        <a:bodyPr/>
        <a:lstStyle/>
        <a:p>
          <a:endParaRPr lang="en-US"/>
        </a:p>
      </dgm:t>
    </dgm:pt>
    <dgm:pt modelId="{D5B61B3D-3156-47E1-A150-E03EC647BC99}" type="sibTrans" cxnId="{378FF4DA-0339-4677-92C1-D7EBEF92876A}">
      <dgm:prSet/>
      <dgm:spPr/>
      <dgm:t>
        <a:bodyPr/>
        <a:lstStyle/>
        <a:p>
          <a:endParaRPr lang="en-US"/>
        </a:p>
      </dgm:t>
    </dgm:pt>
    <dgm:pt modelId="{4A7E8A35-C1DA-492C-B2AA-88D5AA5CCDD1}">
      <dgm:prSet/>
      <dgm:spPr/>
      <dgm:t>
        <a:bodyPr/>
        <a:lstStyle/>
        <a:p>
          <a:r>
            <a:rPr lang="en-US"/>
            <a:t>Strengthening strong markets</a:t>
          </a:r>
        </a:p>
      </dgm:t>
    </dgm:pt>
    <dgm:pt modelId="{5254DE61-5155-4ADF-848C-948E61EF5AF5}" type="parTrans" cxnId="{BD57F0A4-F1E3-4F7D-9510-6180BA1442EE}">
      <dgm:prSet/>
      <dgm:spPr/>
      <dgm:t>
        <a:bodyPr/>
        <a:lstStyle/>
        <a:p>
          <a:endParaRPr lang="en-US"/>
        </a:p>
      </dgm:t>
    </dgm:pt>
    <dgm:pt modelId="{2F6EA579-CB47-4E84-951D-C7ABBC96DF03}" type="sibTrans" cxnId="{BD57F0A4-F1E3-4F7D-9510-6180BA1442EE}">
      <dgm:prSet/>
      <dgm:spPr/>
      <dgm:t>
        <a:bodyPr/>
        <a:lstStyle/>
        <a:p>
          <a:endParaRPr lang="en-US"/>
        </a:p>
      </dgm:t>
    </dgm:pt>
    <dgm:pt modelId="{5EE8E9DD-C23F-4267-952A-3E2881DC8C86}" type="pres">
      <dgm:prSet presAssocID="{20E20C5C-FFEA-4C26-B934-C35FC7477B81}" presName="root" presStyleCnt="0">
        <dgm:presLayoutVars>
          <dgm:dir/>
          <dgm:resizeHandles val="exact"/>
        </dgm:presLayoutVars>
      </dgm:prSet>
      <dgm:spPr/>
    </dgm:pt>
    <dgm:pt modelId="{C123EAB1-3622-43E7-A2C7-ED23DFFF9AE4}" type="pres">
      <dgm:prSet presAssocID="{20E20C5C-FFEA-4C26-B934-C35FC7477B81}" presName="container" presStyleCnt="0">
        <dgm:presLayoutVars>
          <dgm:dir/>
          <dgm:resizeHandles val="exact"/>
        </dgm:presLayoutVars>
      </dgm:prSet>
      <dgm:spPr/>
    </dgm:pt>
    <dgm:pt modelId="{40B52453-FABA-4F90-B0FF-C9E1EC77D352}" type="pres">
      <dgm:prSet presAssocID="{1F4BC2FC-1AB1-44FE-96DA-F723B633D0FE}" presName="compNode" presStyleCnt="0"/>
      <dgm:spPr/>
    </dgm:pt>
    <dgm:pt modelId="{E807C978-522F-49B2-BF2B-374974EC9728}" type="pres">
      <dgm:prSet presAssocID="{1F4BC2FC-1AB1-44FE-96DA-F723B633D0FE}" presName="iconBgRect" presStyleLbl="bgShp" presStyleIdx="0" presStyleCnt="5"/>
      <dgm:spPr/>
    </dgm:pt>
    <dgm:pt modelId="{EA5DE963-46D4-4053-B883-D810099F959A}" type="pres">
      <dgm:prSet presAssocID="{1F4BC2FC-1AB1-44FE-96DA-F723B633D0F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2CE73E3-3660-4747-B428-36ECDEB471B4}" type="pres">
      <dgm:prSet presAssocID="{1F4BC2FC-1AB1-44FE-96DA-F723B633D0FE}" presName="spaceRect" presStyleCnt="0"/>
      <dgm:spPr/>
    </dgm:pt>
    <dgm:pt modelId="{B3E5A5D4-6732-4B27-8FE6-8D06740AC835}" type="pres">
      <dgm:prSet presAssocID="{1F4BC2FC-1AB1-44FE-96DA-F723B633D0FE}" presName="textRect" presStyleLbl="revTx" presStyleIdx="0" presStyleCnt="5">
        <dgm:presLayoutVars>
          <dgm:chMax val="1"/>
          <dgm:chPref val="1"/>
        </dgm:presLayoutVars>
      </dgm:prSet>
      <dgm:spPr/>
    </dgm:pt>
    <dgm:pt modelId="{5698DF7C-54CE-4816-BA96-0D1C00D55F2F}" type="pres">
      <dgm:prSet presAssocID="{4B0A0F00-2D19-49C3-8C99-1FC3A18C063A}" presName="sibTrans" presStyleLbl="sibTrans2D1" presStyleIdx="0" presStyleCnt="0"/>
      <dgm:spPr/>
    </dgm:pt>
    <dgm:pt modelId="{F0080A3C-EA2F-4EF4-A3D5-5BCFDF030147}" type="pres">
      <dgm:prSet presAssocID="{D571D53A-5469-4525-A800-8FC752E2C41B}" presName="compNode" presStyleCnt="0"/>
      <dgm:spPr/>
    </dgm:pt>
    <dgm:pt modelId="{53E1BC11-89C3-43A9-8BD8-71C4C1021CFC}" type="pres">
      <dgm:prSet presAssocID="{D571D53A-5469-4525-A800-8FC752E2C41B}" presName="iconBgRect" presStyleLbl="bgShp" presStyleIdx="1" presStyleCnt="5"/>
      <dgm:spPr/>
    </dgm:pt>
    <dgm:pt modelId="{07B10538-272B-4255-AC34-3D64B0EF4CCB}" type="pres">
      <dgm:prSet presAssocID="{D571D53A-5469-4525-A800-8FC752E2C41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15D11AD-6032-4161-BC01-61AB7DFAD413}" type="pres">
      <dgm:prSet presAssocID="{D571D53A-5469-4525-A800-8FC752E2C41B}" presName="spaceRect" presStyleCnt="0"/>
      <dgm:spPr/>
    </dgm:pt>
    <dgm:pt modelId="{7AAAA925-AA4D-4290-A33C-FDB233027387}" type="pres">
      <dgm:prSet presAssocID="{D571D53A-5469-4525-A800-8FC752E2C41B}" presName="textRect" presStyleLbl="revTx" presStyleIdx="1" presStyleCnt="5">
        <dgm:presLayoutVars>
          <dgm:chMax val="1"/>
          <dgm:chPref val="1"/>
        </dgm:presLayoutVars>
      </dgm:prSet>
      <dgm:spPr/>
    </dgm:pt>
    <dgm:pt modelId="{44E1D97D-6F7F-4701-910B-0C626C447FF9}" type="pres">
      <dgm:prSet presAssocID="{3E4899DB-DA42-43A7-8249-D66F549459E2}" presName="sibTrans" presStyleLbl="sibTrans2D1" presStyleIdx="0" presStyleCnt="0"/>
      <dgm:spPr/>
    </dgm:pt>
    <dgm:pt modelId="{66670D01-8C09-4519-B0E2-89B9C6EB1AE5}" type="pres">
      <dgm:prSet presAssocID="{0643B6FF-488E-4B05-97A0-7C0FDEA210CE}" presName="compNode" presStyleCnt="0"/>
      <dgm:spPr/>
    </dgm:pt>
    <dgm:pt modelId="{8037A04B-DF8C-4641-A784-5C0C04D74140}" type="pres">
      <dgm:prSet presAssocID="{0643B6FF-488E-4B05-97A0-7C0FDEA210CE}" presName="iconBgRect" presStyleLbl="bgShp" presStyleIdx="2" presStyleCnt="5"/>
      <dgm:spPr/>
    </dgm:pt>
    <dgm:pt modelId="{A9794D01-F0D7-41D2-B243-0B08C62CE49C}" type="pres">
      <dgm:prSet presAssocID="{0643B6FF-488E-4B05-97A0-7C0FDEA210C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18FDA195-3191-4525-84C7-BBC578998725}" type="pres">
      <dgm:prSet presAssocID="{0643B6FF-488E-4B05-97A0-7C0FDEA210CE}" presName="spaceRect" presStyleCnt="0"/>
      <dgm:spPr/>
    </dgm:pt>
    <dgm:pt modelId="{712BDADE-3CB8-4CBC-AE27-35591EE274A7}" type="pres">
      <dgm:prSet presAssocID="{0643B6FF-488E-4B05-97A0-7C0FDEA210CE}" presName="textRect" presStyleLbl="revTx" presStyleIdx="2" presStyleCnt="5">
        <dgm:presLayoutVars>
          <dgm:chMax val="1"/>
          <dgm:chPref val="1"/>
        </dgm:presLayoutVars>
      </dgm:prSet>
      <dgm:spPr/>
    </dgm:pt>
    <dgm:pt modelId="{B5974235-E28C-4E7E-8595-140899750C38}" type="pres">
      <dgm:prSet presAssocID="{39BB2653-5564-4058-AEB0-724DC82B16AE}" presName="sibTrans" presStyleLbl="sibTrans2D1" presStyleIdx="0" presStyleCnt="0"/>
      <dgm:spPr/>
    </dgm:pt>
    <dgm:pt modelId="{5A5C1937-6667-4281-A542-594993F30EF2}" type="pres">
      <dgm:prSet presAssocID="{05C56DD7-E223-485A-AF0E-42001BA64807}" presName="compNode" presStyleCnt="0"/>
      <dgm:spPr/>
    </dgm:pt>
    <dgm:pt modelId="{A644F306-505D-44C7-97C4-BD84120427F6}" type="pres">
      <dgm:prSet presAssocID="{05C56DD7-E223-485A-AF0E-42001BA64807}" presName="iconBgRect" presStyleLbl="bgShp" presStyleIdx="3" presStyleCnt="5"/>
      <dgm:spPr/>
    </dgm:pt>
    <dgm:pt modelId="{6FEE1A27-37D2-4ACD-87D4-2022D459FCFF}" type="pres">
      <dgm:prSet presAssocID="{05C56DD7-E223-485A-AF0E-42001BA6480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9B782C8C-51A2-4C6D-9822-CAF81F2BB8D0}" type="pres">
      <dgm:prSet presAssocID="{05C56DD7-E223-485A-AF0E-42001BA64807}" presName="spaceRect" presStyleCnt="0"/>
      <dgm:spPr/>
    </dgm:pt>
    <dgm:pt modelId="{BDF0FB7D-8AC0-4376-8370-39D52B7E9B48}" type="pres">
      <dgm:prSet presAssocID="{05C56DD7-E223-485A-AF0E-42001BA64807}" presName="textRect" presStyleLbl="revTx" presStyleIdx="3" presStyleCnt="5">
        <dgm:presLayoutVars>
          <dgm:chMax val="1"/>
          <dgm:chPref val="1"/>
        </dgm:presLayoutVars>
      </dgm:prSet>
      <dgm:spPr/>
    </dgm:pt>
    <dgm:pt modelId="{DF21DC1C-5C57-4903-81B2-8842F7744BBF}" type="pres">
      <dgm:prSet presAssocID="{D5B61B3D-3156-47E1-A150-E03EC647BC99}" presName="sibTrans" presStyleLbl="sibTrans2D1" presStyleIdx="0" presStyleCnt="0"/>
      <dgm:spPr/>
    </dgm:pt>
    <dgm:pt modelId="{B6AF132E-05F6-451E-8F0B-99B304AA8B29}" type="pres">
      <dgm:prSet presAssocID="{4A7E8A35-C1DA-492C-B2AA-88D5AA5CCDD1}" presName="compNode" presStyleCnt="0"/>
      <dgm:spPr/>
    </dgm:pt>
    <dgm:pt modelId="{7935C61A-2739-40AE-A9FF-1B23A49A51F3}" type="pres">
      <dgm:prSet presAssocID="{4A7E8A35-C1DA-492C-B2AA-88D5AA5CCDD1}" presName="iconBgRect" presStyleLbl="bgShp" presStyleIdx="4" presStyleCnt="5"/>
      <dgm:spPr/>
    </dgm:pt>
    <dgm:pt modelId="{7339CDE3-015A-4E38-9F4D-06D4A2878963}" type="pres">
      <dgm:prSet presAssocID="{4A7E8A35-C1DA-492C-B2AA-88D5AA5CCDD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E489942-2336-419F-93DC-AC278E72C8DA}" type="pres">
      <dgm:prSet presAssocID="{4A7E8A35-C1DA-492C-B2AA-88D5AA5CCDD1}" presName="spaceRect" presStyleCnt="0"/>
      <dgm:spPr/>
    </dgm:pt>
    <dgm:pt modelId="{CB657EBF-44BC-469B-8C57-DF301AFAB34A}" type="pres">
      <dgm:prSet presAssocID="{4A7E8A35-C1DA-492C-B2AA-88D5AA5CCDD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90ED308-5B72-404C-919B-5E7EEF5735C3}" srcId="{20E20C5C-FFEA-4C26-B934-C35FC7477B81}" destId="{1F4BC2FC-1AB1-44FE-96DA-F723B633D0FE}" srcOrd="0" destOrd="0" parTransId="{E200396F-A17B-4264-96E1-BCA7E76DA191}" sibTransId="{4B0A0F00-2D19-49C3-8C99-1FC3A18C063A}"/>
    <dgm:cxn modelId="{75562E21-6D09-4560-B868-401E71E46F3B}" type="presOf" srcId="{05C56DD7-E223-485A-AF0E-42001BA64807}" destId="{BDF0FB7D-8AC0-4376-8370-39D52B7E9B48}" srcOrd="0" destOrd="0" presId="urn:microsoft.com/office/officeart/2018/2/layout/IconCircleList"/>
    <dgm:cxn modelId="{1FE5FF5E-C897-4936-92F6-A2165D15CBE9}" srcId="{20E20C5C-FFEA-4C26-B934-C35FC7477B81}" destId="{D571D53A-5469-4525-A800-8FC752E2C41B}" srcOrd="1" destOrd="0" parTransId="{06AEC582-D7AF-46E2-A074-01B76F1CAFA6}" sibTransId="{3E4899DB-DA42-43A7-8249-D66F549459E2}"/>
    <dgm:cxn modelId="{BF33F66B-BE3F-4C8D-9AB4-02740D7BA0AB}" srcId="{20E20C5C-FFEA-4C26-B934-C35FC7477B81}" destId="{0643B6FF-488E-4B05-97A0-7C0FDEA210CE}" srcOrd="2" destOrd="0" parTransId="{5CBC26D0-1ABD-4E79-8FF0-2D754ABE3E47}" sibTransId="{39BB2653-5564-4058-AEB0-724DC82B16AE}"/>
    <dgm:cxn modelId="{AAF5BE75-4E5E-43F0-BBCB-EAA19206EFDE}" type="presOf" srcId="{39BB2653-5564-4058-AEB0-724DC82B16AE}" destId="{B5974235-E28C-4E7E-8595-140899750C38}" srcOrd="0" destOrd="0" presId="urn:microsoft.com/office/officeart/2018/2/layout/IconCircleList"/>
    <dgm:cxn modelId="{E6AD9759-F502-4A8B-B742-15FDD5F03E48}" type="presOf" srcId="{D571D53A-5469-4525-A800-8FC752E2C41B}" destId="{7AAAA925-AA4D-4290-A33C-FDB233027387}" srcOrd="0" destOrd="0" presId="urn:microsoft.com/office/officeart/2018/2/layout/IconCircleList"/>
    <dgm:cxn modelId="{9D1E197A-5E09-4448-98EA-4B1C62AD6519}" type="presOf" srcId="{20E20C5C-FFEA-4C26-B934-C35FC7477B81}" destId="{5EE8E9DD-C23F-4267-952A-3E2881DC8C86}" srcOrd="0" destOrd="0" presId="urn:microsoft.com/office/officeart/2018/2/layout/IconCircleList"/>
    <dgm:cxn modelId="{00400583-8C68-4249-B404-C4F0D8F87BA2}" type="presOf" srcId="{4A7E8A35-C1DA-492C-B2AA-88D5AA5CCDD1}" destId="{CB657EBF-44BC-469B-8C57-DF301AFAB34A}" srcOrd="0" destOrd="0" presId="urn:microsoft.com/office/officeart/2018/2/layout/IconCircleList"/>
    <dgm:cxn modelId="{F0319496-73B1-42B8-AF63-4DE998100176}" type="presOf" srcId="{D5B61B3D-3156-47E1-A150-E03EC647BC99}" destId="{DF21DC1C-5C57-4903-81B2-8842F7744BBF}" srcOrd="0" destOrd="0" presId="urn:microsoft.com/office/officeart/2018/2/layout/IconCircleList"/>
    <dgm:cxn modelId="{BD57F0A4-F1E3-4F7D-9510-6180BA1442EE}" srcId="{20E20C5C-FFEA-4C26-B934-C35FC7477B81}" destId="{4A7E8A35-C1DA-492C-B2AA-88D5AA5CCDD1}" srcOrd="4" destOrd="0" parTransId="{5254DE61-5155-4ADF-848C-948E61EF5AF5}" sibTransId="{2F6EA579-CB47-4E84-951D-C7ABBC96DF03}"/>
    <dgm:cxn modelId="{0BE36DB0-9933-4866-840D-C0AE2D86CEA8}" type="presOf" srcId="{1F4BC2FC-1AB1-44FE-96DA-F723B633D0FE}" destId="{B3E5A5D4-6732-4B27-8FE6-8D06740AC835}" srcOrd="0" destOrd="0" presId="urn:microsoft.com/office/officeart/2018/2/layout/IconCircleList"/>
    <dgm:cxn modelId="{F3A3FBBA-EF8D-4BD4-B9FF-05997840478B}" type="presOf" srcId="{0643B6FF-488E-4B05-97A0-7C0FDEA210CE}" destId="{712BDADE-3CB8-4CBC-AE27-35591EE274A7}" srcOrd="0" destOrd="0" presId="urn:microsoft.com/office/officeart/2018/2/layout/IconCircleList"/>
    <dgm:cxn modelId="{A92B53CD-BA85-41D9-8872-7B6A7C981EB6}" type="presOf" srcId="{3E4899DB-DA42-43A7-8249-D66F549459E2}" destId="{44E1D97D-6F7F-4701-910B-0C626C447FF9}" srcOrd="0" destOrd="0" presId="urn:microsoft.com/office/officeart/2018/2/layout/IconCircleList"/>
    <dgm:cxn modelId="{378FF4DA-0339-4677-92C1-D7EBEF92876A}" srcId="{20E20C5C-FFEA-4C26-B934-C35FC7477B81}" destId="{05C56DD7-E223-485A-AF0E-42001BA64807}" srcOrd="3" destOrd="0" parTransId="{520C71F5-ABE0-4CF5-B74B-B8C37938C17C}" sibTransId="{D5B61B3D-3156-47E1-A150-E03EC647BC99}"/>
    <dgm:cxn modelId="{06F2F4F2-5EFE-49BC-9A27-866316EC8743}" type="presOf" srcId="{4B0A0F00-2D19-49C3-8C99-1FC3A18C063A}" destId="{5698DF7C-54CE-4816-BA96-0D1C00D55F2F}" srcOrd="0" destOrd="0" presId="urn:microsoft.com/office/officeart/2018/2/layout/IconCircleList"/>
    <dgm:cxn modelId="{D02226DF-9332-4A51-A059-9A577149C159}" type="presParOf" srcId="{5EE8E9DD-C23F-4267-952A-3E2881DC8C86}" destId="{C123EAB1-3622-43E7-A2C7-ED23DFFF9AE4}" srcOrd="0" destOrd="0" presId="urn:microsoft.com/office/officeart/2018/2/layout/IconCircleList"/>
    <dgm:cxn modelId="{D886CAF8-DF5C-42C0-A509-52D2FD75DD62}" type="presParOf" srcId="{C123EAB1-3622-43E7-A2C7-ED23DFFF9AE4}" destId="{40B52453-FABA-4F90-B0FF-C9E1EC77D352}" srcOrd="0" destOrd="0" presId="urn:microsoft.com/office/officeart/2018/2/layout/IconCircleList"/>
    <dgm:cxn modelId="{D8E1BDCE-0675-4BD3-92BE-86AE959ECEB8}" type="presParOf" srcId="{40B52453-FABA-4F90-B0FF-C9E1EC77D352}" destId="{E807C978-522F-49B2-BF2B-374974EC9728}" srcOrd="0" destOrd="0" presId="urn:microsoft.com/office/officeart/2018/2/layout/IconCircleList"/>
    <dgm:cxn modelId="{1C7877C7-4FFD-4E98-9CD9-20C34BA501F3}" type="presParOf" srcId="{40B52453-FABA-4F90-B0FF-C9E1EC77D352}" destId="{EA5DE963-46D4-4053-B883-D810099F959A}" srcOrd="1" destOrd="0" presId="urn:microsoft.com/office/officeart/2018/2/layout/IconCircleList"/>
    <dgm:cxn modelId="{1111FD0B-91D7-4C74-A9B3-45579BE0BB42}" type="presParOf" srcId="{40B52453-FABA-4F90-B0FF-C9E1EC77D352}" destId="{42CE73E3-3660-4747-B428-36ECDEB471B4}" srcOrd="2" destOrd="0" presId="urn:microsoft.com/office/officeart/2018/2/layout/IconCircleList"/>
    <dgm:cxn modelId="{9A0D8D0A-3BDE-4CA8-AD96-3FE6B6F7035C}" type="presParOf" srcId="{40B52453-FABA-4F90-B0FF-C9E1EC77D352}" destId="{B3E5A5D4-6732-4B27-8FE6-8D06740AC835}" srcOrd="3" destOrd="0" presId="urn:microsoft.com/office/officeart/2018/2/layout/IconCircleList"/>
    <dgm:cxn modelId="{E044D951-CEDA-4F01-A7A3-7A2C99E03F1F}" type="presParOf" srcId="{C123EAB1-3622-43E7-A2C7-ED23DFFF9AE4}" destId="{5698DF7C-54CE-4816-BA96-0D1C00D55F2F}" srcOrd="1" destOrd="0" presId="urn:microsoft.com/office/officeart/2018/2/layout/IconCircleList"/>
    <dgm:cxn modelId="{C225542B-9029-4180-A099-2D765ACC0DD6}" type="presParOf" srcId="{C123EAB1-3622-43E7-A2C7-ED23DFFF9AE4}" destId="{F0080A3C-EA2F-4EF4-A3D5-5BCFDF030147}" srcOrd="2" destOrd="0" presId="urn:microsoft.com/office/officeart/2018/2/layout/IconCircleList"/>
    <dgm:cxn modelId="{51905B90-08B9-4500-AB68-37D4C75EBB35}" type="presParOf" srcId="{F0080A3C-EA2F-4EF4-A3D5-5BCFDF030147}" destId="{53E1BC11-89C3-43A9-8BD8-71C4C1021CFC}" srcOrd="0" destOrd="0" presId="urn:microsoft.com/office/officeart/2018/2/layout/IconCircleList"/>
    <dgm:cxn modelId="{5DD44D5F-2A51-4B90-8270-6DB1BFCB1A3D}" type="presParOf" srcId="{F0080A3C-EA2F-4EF4-A3D5-5BCFDF030147}" destId="{07B10538-272B-4255-AC34-3D64B0EF4CCB}" srcOrd="1" destOrd="0" presId="urn:microsoft.com/office/officeart/2018/2/layout/IconCircleList"/>
    <dgm:cxn modelId="{8127E8BC-307F-4788-A073-325681E9DEFF}" type="presParOf" srcId="{F0080A3C-EA2F-4EF4-A3D5-5BCFDF030147}" destId="{B15D11AD-6032-4161-BC01-61AB7DFAD413}" srcOrd="2" destOrd="0" presId="urn:microsoft.com/office/officeart/2018/2/layout/IconCircleList"/>
    <dgm:cxn modelId="{44B56456-3749-47F1-A2C4-27EAA3EBA5CB}" type="presParOf" srcId="{F0080A3C-EA2F-4EF4-A3D5-5BCFDF030147}" destId="{7AAAA925-AA4D-4290-A33C-FDB233027387}" srcOrd="3" destOrd="0" presId="urn:microsoft.com/office/officeart/2018/2/layout/IconCircleList"/>
    <dgm:cxn modelId="{BD486709-D74D-4FEE-8484-AAC97C61A8A3}" type="presParOf" srcId="{C123EAB1-3622-43E7-A2C7-ED23DFFF9AE4}" destId="{44E1D97D-6F7F-4701-910B-0C626C447FF9}" srcOrd="3" destOrd="0" presId="urn:microsoft.com/office/officeart/2018/2/layout/IconCircleList"/>
    <dgm:cxn modelId="{721E9ED9-280B-49D4-941F-3DFEFBB04DAD}" type="presParOf" srcId="{C123EAB1-3622-43E7-A2C7-ED23DFFF9AE4}" destId="{66670D01-8C09-4519-B0E2-89B9C6EB1AE5}" srcOrd="4" destOrd="0" presId="urn:microsoft.com/office/officeart/2018/2/layout/IconCircleList"/>
    <dgm:cxn modelId="{BABAB4C6-E252-4CF3-AFFC-E07AADD94A70}" type="presParOf" srcId="{66670D01-8C09-4519-B0E2-89B9C6EB1AE5}" destId="{8037A04B-DF8C-4641-A784-5C0C04D74140}" srcOrd="0" destOrd="0" presId="urn:microsoft.com/office/officeart/2018/2/layout/IconCircleList"/>
    <dgm:cxn modelId="{FD83110C-2DD6-4D33-B12D-33C375569CE8}" type="presParOf" srcId="{66670D01-8C09-4519-B0E2-89B9C6EB1AE5}" destId="{A9794D01-F0D7-41D2-B243-0B08C62CE49C}" srcOrd="1" destOrd="0" presId="urn:microsoft.com/office/officeart/2018/2/layout/IconCircleList"/>
    <dgm:cxn modelId="{2F32B826-2C61-4111-BE1C-FE83C194C539}" type="presParOf" srcId="{66670D01-8C09-4519-B0E2-89B9C6EB1AE5}" destId="{18FDA195-3191-4525-84C7-BBC578998725}" srcOrd="2" destOrd="0" presId="urn:microsoft.com/office/officeart/2018/2/layout/IconCircleList"/>
    <dgm:cxn modelId="{38697888-51C8-44F4-B6E4-7666139EC843}" type="presParOf" srcId="{66670D01-8C09-4519-B0E2-89B9C6EB1AE5}" destId="{712BDADE-3CB8-4CBC-AE27-35591EE274A7}" srcOrd="3" destOrd="0" presId="urn:microsoft.com/office/officeart/2018/2/layout/IconCircleList"/>
    <dgm:cxn modelId="{81C40D0B-768F-4E75-A92C-B7B81AB3F751}" type="presParOf" srcId="{C123EAB1-3622-43E7-A2C7-ED23DFFF9AE4}" destId="{B5974235-E28C-4E7E-8595-140899750C38}" srcOrd="5" destOrd="0" presId="urn:microsoft.com/office/officeart/2018/2/layout/IconCircleList"/>
    <dgm:cxn modelId="{D7CD0B8E-98F0-4A17-9B6D-C8C8A0E8B2F0}" type="presParOf" srcId="{C123EAB1-3622-43E7-A2C7-ED23DFFF9AE4}" destId="{5A5C1937-6667-4281-A542-594993F30EF2}" srcOrd="6" destOrd="0" presId="urn:microsoft.com/office/officeart/2018/2/layout/IconCircleList"/>
    <dgm:cxn modelId="{C20D230D-40D9-4118-B227-912B785CE097}" type="presParOf" srcId="{5A5C1937-6667-4281-A542-594993F30EF2}" destId="{A644F306-505D-44C7-97C4-BD84120427F6}" srcOrd="0" destOrd="0" presId="urn:microsoft.com/office/officeart/2018/2/layout/IconCircleList"/>
    <dgm:cxn modelId="{92B98B04-70A5-4FFA-87CD-888C479DC47F}" type="presParOf" srcId="{5A5C1937-6667-4281-A542-594993F30EF2}" destId="{6FEE1A27-37D2-4ACD-87D4-2022D459FCFF}" srcOrd="1" destOrd="0" presId="urn:microsoft.com/office/officeart/2018/2/layout/IconCircleList"/>
    <dgm:cxn modelId="{EA183988-1C69-4B46-8D86-4CFB043343B3}" type="presParOf" srcId="{5A5C1937-6667-4281-A542-594993F30EF2}" destId="{9B782C8C-51A2-4C6D-9822-CAF81F2BB8D0}" srcOrd="2" destOrd="0" presId="urn:microsoft.com/office/officeart/2018/2/layout/IconCircleList"/>
    <dgm:cxn modelId="{6A13F02E-1549-4C0C-8E8B-44F3C1EE7D08}" type="presParOf" srcId="{5A5C1937-6667-4281-A542-594993F30EF2}" destId="{BDF0FB7D-8AC0-4376-8370-39D52B7E9B48}" srcOrd="3" destOrd="0" presId="urn:microsoft.com/office/officeart/2018/2/layout/IconCircleList"/>
    <dgm:cxn modelId="{26C9B910-FA52-487C-87FB-67793FA6B8C2}" type="presParOf" srcId="{C123EAB1-3622-43E7-A2C7-ED23DFFF9AE4}" destId="{DF21DC1C-5C57-4903-81B2-8842F7744BBF}" srcOrd="7" destOrd="0" presId="urn:microsoft.com/office/officeart/2018/2/layout/IconCircleList"/>
    <dgm:cxn modelId="{D5C3A957-31EB-49DD-94B4-6F6106307A53}" type="presParOf" srcId="{C123EAB1-3622-43E7-A2C7-ED23DFFF9AE4}" destId="{B6AF132E-05F6-451E-8F0B-99B304AA8B29}" srcOrd="8" destOrd="0" presId="urn:microsoft.com/office/officeart/2018/2/layout/IconCircleList"/>
    <dgm:cxn modelId="{16A8E42E-FC78-4952-98B5-89AF3372041E}" type="presParOf" srcId="{B6AF132E-05F6-451E-8F0B-99B304AA8B29}" destId="{7935C61A-2739-40AE-A9FF-1B23A49A51F3}" srcOrd="0" destOrd="0" presId="urn:microsoft.com/office/officeart/2018/2/layout/IconCircleList"/>
    <dgm:cxn modelId="{26B07E07-89BD-4338-99DE-67B7C1893765}" type="presParOf" srcId="{B6AF132E-05F6-451E-8F0B-99B304AA8B29}" destId="{7339CDE3-015A-4E38-9F4D-06D4A2878963}" srcOrd="1" destOrd="0" presId="urn:microsoft.com/office/officeart/2018/2/layout/IconCircleList"/>
    <dgm:cxn modelId="{0EED5EE5-87D8-46FF-8523-D29964772DAB}" type="presParOf" srcId="{B6AF132E-05F6-451E-8F0B-99B304AA8B29}" destId="{1E489942-2336-419F-93DC-AC278E72C8DA}" srcOrd="2" destOrd="0" presId="urn:microsoft.com/office/officeart/2018/2/layout/IconCircleList"/>
    <dgm:cxn modelId="{4D65D407-D72E-482F-9D54-5F0ED3967BAC}" type="presParOf" srcId="{B6AF132E-05F6-451E-8F0B-99B304AA8B29}" destId="{CB657EBF-44BC-469B-8C57-DF301AFAB34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97088-A2FA-43DB-B635-0386817AD8FC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0C5B64-CAB1-4880-BEB5-92EBB048BA7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C0756-9A09-4B00-A880-1858501F1463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Dataset: Global Superstore</a:t>
          </a:r>
        </a:p>
      </dsp:txBody>
      <dsp:txXfrm>
        <a:off x="100682" y="2684598"/>
        <a:ext cx="2370489" cy="720000"/>
      </dsp:txXfrm>
    </dsp:sp>
    <dsp:sp modelId="{F8296755-46AA-4CB3-9C35-6C15FBF1CB65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8245A-A150-4319-8EE0-863519A7F2AE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61E5A-C486-485D-B2AA-5BD224B187F5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Tools Used: Excel, Power Query, Power Pivot</a:t>
          </a:r>
        </a:p>
      </dsp:txBody>
      <dsp:txXfrm>
        <a:off x="2886007" y="2684598"/>
        <a:ext cx="2370489" cy="720000"/>
      </dsp:txXfrm>
    </dsp:sp>
    <dsp:sp modelId="{22361C97-0D33-4439-9758-7CB8AC4D118C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CD67D-7C1F-4865-823F-90AD0C89451F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C3990-9001-4CBC-93AD-2BB0BEE37F37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Records analyzed: ~5M orders</a:t>
          </a:r>
        </a:p>
      </dsp:txBody>
      <dsp:txXfrm>
        <a:off x="5671332" y="2684598"/>
        <a:ext cx="2370489" cy="720000"/>
      </dsp:txXfrm>
    </dsp:sp>
    <dsp:sp modelId="{A2CD5A98-B237-46DA-B47C-E447FE2C76C5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22B3A-8854-48D6-A507-FF61E0ADF847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6B026-A346-496B-9388-F8A22B9C64EF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Scope: Sales, Profit, Shipping, Regional performance</a:t>
          </a:r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1656B-40E4-4973-9B1F-B9CFA06E7DBF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0ABCC-BE25-4DD5-B7B7-95DD99F15873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3BD049-5852-4872-B01C-737F0EF7673A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Analyze overall sales performance</a:t>
          </a:r>
        </a:p>
      </dsp:txBody>
      <dsp:txXfrm>
        <a:off x="1059754" y="4307"/>
        <a:ext cx="5304469" cy="917536"/>
      </dsp:txXfrm>
    </dsp:sp>
    <dsp:sp modelId="{4B1F3EFD-87C0-4570-8BFE-C088C14DED26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1EEDE-1B4B-4FC0-9B91-4D733109A2F2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85AB9-16AA-4AA9-9D72-858C984629EE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Evaluate profit across categories</a:t>
          </a:r>
        </a:p>
      </dsp:txBody>
      <dsp:txXfrm>
        <a:off x="1059754" y="1151227"/>
        <a:ext cx="5304469" cy="917536"/>
      </dsp:txXfrm>
    </dsp:sp>
    <dsp:sp modelId="{0FD0F0A3-78E5-4B62-8721-DEBC0E41E4C0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BE1B0-CE28-4B67-A57D-841131714582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6D3E9-C83B-42FE-9C48-5E02CEEA38B4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Assess shipping cost impact on profitability</a:t>
          </a:r>
        </a:p>
      </dsp:txBody>
      <dsp:txXfrm>
        <a:off x="1059754" y="2298147"/>
        <a:ext cx="5304469" cy="917536"/>
      </dsp:txXfrm>
    </dsp:sp>
    <dsp:sp modelId="{CBF23C52-37A8-4119-A003-916C1CA9297C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554FD-3049-412E-9EFF-45ABEA433DDD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2E35E-45E8-4E9A-B012-B39DDD4B25D2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top-performing regions &amp; products</a:t>
          </a:r>
        </a:p>
      </dsp:txBody>
      <dsp:txXfrm>
        <a:off x="1059754" y="3445068"/>
        <a:ext cx="5304469" cy="917536"/>
      </dsp:txXfrm>
    </dsp:sp>
    <dsp:sp modelId="{9C466DE8-3521-4314-BA7B-66277A722071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6479C-56BA-4E03-A998-B2B187B94209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84424-A9F7-455E-B24B-57B433F2A79D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Examine sales trends over time</a:t>
          </a:r>
        </a:p>
      </dsp:txBody>
      <dsp:txXfrm>
        <a:off x="1059754" y="4591988"/>
        <a:ext cx="5304469" cy="91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6F302-B255-4908-B2B9-5CCB5E4DEEA6}">
      <dsp:nvSpPr>
        <dsp:cNvPr id="0" name=""/>
        <dsp:cNvSpPr/>
      </dsp:nvSpPr>
      <dsp:spPr>
        <a:xfrm>
          <a:off x="592109" y="991"/>
          <a:ext cx="2116425" cy="12698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cleaning in Power Query</a:t>
          </a:r>
        </a:p>
      </dsp:txBody>
      <dsp:txXfrm>
        <a:off x="629302" y="38184"/>
        <a:ext cx="2042039" cy="1195469"/>
      </dsp:txXfrm>
    </dsp:sp>
    <dsp:sp modelId="{2F6D5076-160A-4061-BFDC-F07F6DCF6EAD}">
      <dsp:nvSpPr>
        <dsp:cNvPr id="0" name=""/>
        <dsp:cNvSpPr/>
      </dsp:nvSpPr>
      <dsp:spPr>
        <a:xfrm>
          <a:off x="2894780" y="373482"/>
          <a:ext cx="448682" cy="52487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94780" y="478457"/>
        <a:ext cx="314077" cy="314923"/>
      </dsp:txXfrm>
    </dsp:sp>
    <dsp:sp modelId="{4FAC092D-4B4A-4015-94D5-9F71F2BD7D7D}">
      <dsp:nvSpPr>
        <dsp:cNvPr id="0" name=""/>
        <dsp:cNvSpPr/>
      </dsp:nvSpPr>
      <dsp:spPr>
        <a:xfrm>
          <a:off x="3555105" y="991"/>
          <a:ext cx="2116425" cy="12698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Removed duplicates &amp; nulls</a:t>
          </a:r>
        </a:p>
      </dsp:txBody>
      <dsp:txXfrm>
        <a:off x="3592298" y="38184"/>
        <a:ext cx="2042039" cy="1195469"/>
      </dsp:txXfrm>
    </dsp:sp>
    <dsp:sp modelId="{30A93A21-1E88-400A-8F7F-C122316060F7}">
      <dsp:nvSpPr>
        <dsp:cNvPr id="0" name=""/>
        <dsp:cNvSpPr/>
      </dsp:nvSpPr>
      <dsp:spPr>
        <a:xfrm rot="5400000">
          <a:off x="4388976" y="1418996"/>
          <a:ext cx="448682" cy="52487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455856" y="1457092"/>
        <a:ext cx="314923" cy="314077"/>
      </dsp:txXfrm>
    </dsp:sp>
    <dsp:sp modelId="{44754842-0F4D-42B2-A322-1E71FC0EE7B9}">
      <dsp:nvSpPr>
        <dsp:cNvPr id="0" name=""/>
        <dsp:cNvSpPr/>
      </dsp:nvSpPr>
      <dsp:spPr>
        <a:xfrm>
          <a:off x="3555105" y="2117416"/>
          <a:ext cx="2116425" cy="12698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Created tables (Customers, Products, Location and Calander)</a:t>
          </a:r>
        </a:p>
      </dsp:txBody>
      <dsp:txXfrm>
        <a:off x="3592298" y="2154609"/>
        <a:ext cx="2042039" cy="1195469"/>
      </dsp:txXfrm>
    </dsp:sp>
    <dsp:sp modelId="{7ACA40B0-2774-454D-B862-9491DE7489CD}">
      <dsp:nvSpPr>
        <dsp:cNvPr id="0" name=""/>
        <dsp:cNvSpPr/>
      </dsp:nvSpPr>
      <dsp:spPr>
        <a:xfrm rot="10800000">
          <a:off x="2920177" y="2489907"/>
          <a:ext cx="448682" cy="52487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3054782" y="2594882"/>
        <a:ext cx="314077" cy="314923"/>
      </dsp:txXfrm>
    </dsp:sp>
    <dsp:sp modelId="{4B95CDE4-390F-4662-9624-5EEC5F08D945}">
      <dsp:nvSpPr>
        <dsp:cNvPr id="0" name=""/>
        <dsp:cNvSpPr/>
      </dsp:nvSpPr>
      <dsp:spPr>
        <a:xfrm>
          <a:off x="592109" y="2117416"/>
          <a:ext cx="2116425" cy="12698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Built relationships</a:t>
          </a:r>
        </a:p>
      </dsp:txBody>
      <dsp:txXfrm>
        <a:off x="629302" y="2154609"/>
        <a:ext cx="2042039" cy="1195469"/>
      </dsp:txXfrm>
    </dsp:sp>
    <dsp:sp modelId="{52F631BE-87FE-4F6A-8BD6-1D9F5328EE4C}">
      <dsp:nvSpPr>
        <dsp:cNvPr id="0" name=""/>
        <dsp:cNvSpPr/>
      </dsp:nvSpPr>
      <dsp:spPr>
        <a:xfrm rot="5400000">
          <a:off x="1425981" y="3535421"/>
          <a:ext cx="448682" cy="52487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492861" y="3573517"/>
        <a:ext cx="314923" cy="314077"/>
      </dsp:txXfrm>
    </dsp:sp>
    <dsp:sp modelId="{14D4FA32-21BF-4233-AD5B-A9382CDF08A8}">
      <dsp:nvSpPr>
        <dsp:cNvPr id="0" name=""/>
        <dsp:cNvSpPr/>
      </dsp:nvSpPr>
      <dsp:spPr>
        <a:xfrm>
          <a:off x="592109" y="4233841"/>
          <a:ext cx="2116425" cy="126985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Created measures (Sales, Profit and Margin)</a:t>
          </a:r>
        </a:p>
      </dsp:txBody>
      <dsp:txXfrm>
        <a:off x="629302" y="4271034"/>
        <a:ext cx="2042039" cy="11954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1C91A-7C3E-4BF6-A353-B40A83C6D61F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FD0A7-22D8-4446-B6BA-7E94C17A983C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E0753-376F-4539-AAA2-A696E44E0144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Technology drives most profit</a:t>
          </a:r>
        </a:p>
      </dsp:txBody>
      <dsp:txXfrm>
        <a:off x="1074268" y="4366"/>
        <a:ext cx="5170996" cy="930102"/>
      </dsp:txXfrm>
    </dsp:sp>
    <dsp:sp modelId="{652E29F4-F1DA-48B4-BEC3-24C4A8DDD6B7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93205-E4C4-4A44-B7D9-5F5B5C70165D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79CB4-CE23-408A-9E2A-02A905C5FA42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APAC has highest shipping cost</a:t>
          </a:r>
        </a:p>
      </dsp:txBody>
      <dsp:txXfrm>
        <a:off x="1074268" y="1166994"/>
        <a:ext cx="5170996" cy="930102"/>
      </dsp:txXfrm>
    </dsp:sp>
    <dsp:sp modelId="{78E98796-1BDE-47E6-9971-8BEB50B87DB5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6E3A6-A9B5-464C-8323-1CFE4A33B1DB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338B7-078B-44BB-AA79-C5E9128E8F26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Q4 has peak sales</a:t>
          </a:r>
        </a:p>
      </dsp:txBody>
      <dsp:txXfrm>
        <a:off x="1074268" y="2329622"/>
        <a:ext cx="5170996" cy="930102"/>
      </dsp:txXfrm>
    </dsp:sp>
    <dsp:sp modelId="{8ABD1FC4-60FC-4F9D-9C9D-CBF49B67ABB4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D85F9-0DF8-447F-A834-683948EEC6A4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BCA40B-D85B-4B4E-916C-923982CF12F5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Some sub-categories underperform</a:t>
          </a:r>
        </a:p>
      </dsp:txBody>
      <dsp:txXfrm>
        <a:off x="1074268" y="3492250"/>
        <a:ext cx="5170996" cy="930102"/>
      </dsp:txXfrm>
    </dsp:sp>
    <dsp:sp modelId="{CBF9529D-313F-4D18-972E-244DE68247EC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C2BD4-69F4-4417-8F41-C591A42EB259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B965C-F570-4C94-920D-D712EFA371D5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Shipping cost impacts margins</a:t>
          </a:r>
        </a:p>
      </dsp:txBody>
      <dsp:txXfrm>
        <a:off x="1074268" y="4654878"/>
        <a:ext cx="5170996" cy="9301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7C978-522F-49B2-BF2B-374974EC9728}">
      <dsp:nvSpPr>
        <dsp:cNvPr id="0" name=""/>
        <dsp:cNvSpPr/>
      </dsp:nvSpPr>
      <dsp:spPr>
        <a:xfrm>
          <a:off x="196675" y="465421"/>
          <a:ext cx="800968" cy="80096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5DE963-46D4-4053-B883-D810099F959A}">
      <dsp:nvSpPr>
        <dsp:cNvPr id="0" name=""/>
        <dsp:cNvSpPr/>
      </dsp:nvSpPr>
      <dsp:spPr>
        <a:xfrm>
          <a:off x="364878" y="633625"/>
          <a:ext cx="464561" cy="464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5A5D4-6732-4B27-8FE6-8D06740AC835}">
      <dsp:nvSpPr>
        <dsp:cNvPr id="0" name=""/>
        <dsp:cNvSpPr/>
      </dsp:nvSpPr>
      <dsp:spPr>
        <a:xfrm>
          <a:off x="1169280" y="465421"/>
          <a:ext cx="1887997" cy="800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Optimize shipping routes</a:t>
          </a:r>
        </a:p>
      </dsp:txBody>
      <dsp:txXfrm>
        <a:off x="1169280" y="465421"/>
        <a:ext cx="1887997" cy="800968"/>
      </dsp:txXfrm>
    </dsp:sp>
    <dsp:sp modelId="{53E1BC11-89C3-43A9-8BD8-71C4C1021CFC}">
      <dsp:nvSpPr>
        <dsp:cNvPr id="0" name=""/>
        <dsp:cNvSpPr/>
      </dsp:nvSpPr>
      <dsp:spPr>
        <a:xfrm>
          <a:off x="3386247" y="465421"/>
          <a:ext cx="800968" cy="80096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10538-272B-4255-AC34-3D64B0EF4CCB}">
      <dsp:nvSpPr>
        <dsp:cNvPr id="0" name=""/>
        <dsp:cNvSpPr/>
      </dsp:nvSpPr>
      <dsp:spPr>
        <a:xfrm>
          <a:off x="3554450" y="633625"/>
          <a:ext cx="464561" cy="464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AA925-AA4D-4290-A33C-FDB233027387}">
      <dsp:nvSpPr>
        <dsp:cNvPr id="0" name=""/>
        <dsp:cNvSpPr/>
      </dsp:nvSpPr>
      <dsp:spPr>
        <a:xfrm>
          <a:off x="4358852" y="465421"/>
          <a:ext cx="1887997" cy="800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Review discount strategies</a:t>
          </a:r>
        </a:p>
      </dsp:txBody>
      <dsp:txXfrm>
        <a:off x="4358852" y="465421"/>
        <a:ext cx="1887997" cy="800968"/>
      </dsp:txXfrm>
    </dsp:sp>
    <dsp:sp modelId="{8037A04B-DF8C-4641-A784-5C0C04D74140}">
      <dsp:nvSpPr>
        <dsp:cNvPr id="0" name=""/>
        <dsp:cNvSpPr/>
      </dsp:nvSpPr>
      <dsp:spPr>
        <a:xfrm>
          <a:off x="6575819" y="465421"/>
          <a:ext cx="800968" cy="80096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94D01-F0D7-41D2-B243-0B08C62CE49C}">
      <dsp:nvSpPr>
        <dsp:cNvPr id="0" name=""/>
        <dsp:cNvSpPr/>
      </dsp:nvSpPr>
      <dsp:spPr>
        <a:xfrm>
          <a:off x="6744023" y="633625"/>
          <a:ext cx="464561" cy="464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BDADE-3CB8-4CBC-AE27-35591EE274A7}">
      <dsp:nvSpPr>
        <dsp:cNvPr id="0" name=""/>
        <dsp:cNvSpPr/>
      </dsp:nvSpPr>
      <dsp:spPr>
        <a:xfrm>
          <a:off x="7548424" y="465421"/>
          <a:ext cx="1887997" cy="800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Invest in high-profit categories</a:t>
          </a:r>
        </a:p>
      </dsp:txBody>
      <dsp:txXfrm>
        <a:off x="7548424" y="465421"/>
        <a:ext cx="1887997" cy="800968"/>
      </dsp:txXfrm>
    </dsp:sp>
    <dsp:sp modelId="{A644F306-505D-44C7-97C4-BD84120427F6}">
      <dsp:nvSpPr>
        <dsp:cNvPr id="0" name=""/>
        <dsp:cNvSpPr/>
      </dsp:nvSpPr>
      <dsp:spPr>
        <a:xfrm>
          <a:off x="196675" y="1785153"/>
          <a:ext cx="800968" cy="80096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E1A27-37D2-4ACD-87D4-2022D459FCFF}">
      <dsp:nvSpPr>
        <dsp:cNvPr id="0" name=""/>
        <dsp:cNvSpPr/>
      </dsp:nvSpPr>
      <dsp:spPr>
        <a:xfrm>
          <a:off x="364878" y="1953356"/>
          <a:ext cx="464561" cy="464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0FB7D-8AC0-4376-8370-39D52B7E9B48}">
      <dsp:nvSpPr>
        <dsp:cNvPr id="0" name=""/>
        <dsp:cNvSpPr/>
      </dsp:nvSpPr>
      <dsp:spPr>
        <a:xfrm>
          <a:off x="1169280" y="1785153"/>
          <a:ext cx="1887997" cy="800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Reduce loss-making products</a:t>
          </a:r>
        </a:p>
      </dsp:txBody>
      <dsp:txXfrm>
        <a:off x="1169280" y="1785153"/>
        <a:ext cx="1887997" cy="800968"/>
      </dsp:txXfrm>
    </dsp:sp>
    <dsp:sp modelId="{7935C61A-2739-40AE-A9FF-1B23A49A51F3}">
      <dsp:nvSpPr>
        <dsp:cNvPr id="0" name=""/>
        <dsp:cNvSpPr/>
      </dsp:nvSpPr>
      <dsp:spPr>
        <a:xfrm>
          <a:off x="3386247" y="1785153"/>
          <a:ext cx="800968" cy="80096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9CDE3-015A-4E38-9F4D-06D4A2878963}">
      <dsp:nvSpPr>
        <dsp:cNvPr id="0" name=""/>
        <dsp:cNvSpPr/>
      </dsp:nvSpPr>
      <dsp:spPr>
        <a:xfrm>
          <a:off x="3554450" y="1953356"/>
          <a:ext cx="464561" cy="4645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57EBF-44BC-469B-8C57-DF301AFAB34A}">
      <dsp:nvSpPr>
        <dsp:cNvPr id="0" name=""/>
        <dsp:cNvSpPr/>
      </dsp:nvSpPr>
      <dsp:spPr>
        <a:xfrm>
          <a:off x="4358852" y="1785153"/>
          <a:ext cx="1887997" cy="800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Strengthening strong markets</a:t>
          </a:r>
        </a:p>
      </dsp:txBody>
      <dsp:txXfrm>
        <a:off x="4358852" y="1785153"/>
        <a:ext cx="1887997" cy="800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A798-DAA0-C335-54F6-FBC8987FF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A4255-D5A0-7B61-63C4-68DB30322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A161-FEDB-B876-B401-6A301793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65C89-4D02-E0F8-22BB-709F5C43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9466-ABB6-B51C-49D4-427E5A76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59D1-1180-44B5-9E93-8EFB24BD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F621-8EA8-7298-2076-82DC002CE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ECDF-E3F7-1387-964D-14A681D1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ED71A-0A9D-7603-01FC-0E0DB8E3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5B4E6-16C8-292D-A04C-2395255A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3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6714-3699-1342-B5EA-C1DE7232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A4681-6304-C00C-80CB-6D2153BB2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63FBD-1140-A82E-15A2-D6B66C70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4C953-F72C-ACED-4FFF-13FEAED37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0AEF1-90C8-D838-CAC4-3F03E894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9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65BD-5B99-B428-BE45-8A0811CC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9102-F354-A47B-7587-37845DB3E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1C907-6249-259C-CC50-A46E36A2B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BB7E8-4F9B-2025-9E49-61875DC8B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64668-F673-0461-4B05-AFD3B293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E4B9A-A999-A4C8-C99B-BC1651C8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1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FC4D-D776-5CCC-BBD0-40D0BD7F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F3651-D620-D55E-23CD-977643833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CF044-E59B-9724-D4D1-27EC28411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7294EA-73AB-64CA-D52E-C7CFFFD17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97C4E-2E4A-1705-E020-0FC0940B4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3B682-5C00-98C3-B4BB-496E1D66E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E20A5-19FF-8E2B-34E1-CF5E3DA8F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0D647-66F0-A819-E67E-8F4A0EBC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9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EC1F-4527-8CCA-31DB-585394DC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270C0-27DA-1D8B-30A9-50C44457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5AD7A1-7D32-0EB3-6B10-C07C8941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2319E-D6D3-75C4-F2C2-9A1CE0BA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4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441F9-8A85-87A2-0257-B0FDE5B6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DF031-2E81-6331-184E-417D2D7C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E9891-AFBF-2E20-DF45-1FF294E9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6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77-F824-1D47-573E-40246DB6B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84141-28DE-5676-6B5F-EFC8F616B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A0106-D84E-B99F-8625-89ADB7E68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3702E-32B1-6C2F-B48C-4D8E7E31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A63D5-F89E-9E8B-F24E-26AF2430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1FA5A-E7E4-AD26-EBB9-EAE3DE9D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029F-A9BA-A71D-8FBB-4FFAE8F5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10DD4-D2E6-EB39-2FB4-8C0079B66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F06B4-13D3-86F5-2147-8F5E2067C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3744B-46A0-A457-7406-25527328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765CE-76F0-7602-96BC-60BB22CC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1F4FE-B259-C725-E67F-6F718972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2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5200-48C7-150E-041C-A3DF06E0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20702-5159-19B4-D693-BEA516AA0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308D-E079-C6F1-2C51-C040D8D1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00D0D-EAB2-2D38-11A1-C79B4D44D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D12D5-E4A0-44A2-24D3-62E7CB28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4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756A0-501F-FA72-0B3A-807516955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A33E9-6CE2-2774-2825-6F349A5F6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D69A4-1AE9-B814-3A1D-15CB3DC0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6B539-5264-6D29-C393-0DEE382A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D9E22-B846-2879-9380-6CBC6CF5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0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9C3D6-F5A6-6E02-1ADE-F178AF66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CA5AB-3A16-B639-34D2-31EB4C77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ECE20-A7E5-2460-AD3C-5BF7A8035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1D0B3-0CC9-44D3-A35D-5620163FF596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9559-E5BA-89D1-C13C-ADDD80483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5777B-82B6-DFA6-357A-228C37CC3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C9349-09DA-471E-AEA6-C9CD0CFA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5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B55F8-6BE4-61A2-F266-4E3BDF1D5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Global Superstore Sales Analysis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By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Isaac Mbagwu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B9E21-4543-B3A0-2092-F0D24B4D9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Analyzing Sales, Profitability &amp; Logistics Performance</a:t>
            </a:r>
          </a:p>
        </p:txBody>
      </p:sp>
    </p:spTree>
    <p:extLst>
      <p:ext uri="{BB962C8B-B14F-4D97-AF65-F5344CB8AC3E}">
        <p14:creationId xmlns:p14="http://schemas.microsoft.com/office/powerpoint/2010/main" val="65026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9C049-ABEC-9D5A-D4CD-1014080E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Content: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B9FFA9-4D06-EAFF-92CE-5CDA963997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18242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284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55E5F-0138-26F4-9784-5EDB907B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Business Objectives</a:t>
            </a:r>
            <a:br>
              <a:rPr lang="en-US" sz="4000"/>
            </a:b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B932E0-83E0-E80B-36BA-16B81F85A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93246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478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01E61-2AA3-C12B-28F9-A83192D9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4800" b="1"/>
              <a:t>Data Preparation</a:t>
            </a:r>
            <a:br>
              <a:rPr lang="en-US" sz="4800"/>
            </a:br>
            <a:endParaRPr lang="en-US" sz="4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ED5008-9969-CD26-07B1-3D58905E21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840829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896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269BDC9-F5DC-4A16-9583-2F8CE418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1C2F6-47E9-2E89-45A6-9274C70C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063296"/>
            <a:ext cx="9144000" cy="11526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KPI Summary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B912DC-8B84-BF49-DCF6-211359AB1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329534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company generated $12.64M in sales with an 11.61% profit margin.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03CE7F4-D1BB-4A5B-8E96-915177640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"/>
            <a:ext cx="9379192" cy="4251280"/>
          </a:xfrm>
          <a:custGeom>
            <a:avLst/>
            <a:gdLst>
              <a:gd name="connsiteX0" fmla="*/ 9379192 w 9379192"/>
              <a:gd name="connsiteY0" fmla="*/ 3752527 h 3752527"/>
              <a:gd name="connsiteX1" fmla="*/ 3293459 w 9379192"/>
              <a:gd name="connsiteY1" fmla="*/ 3752527 h 3752527"/>
              <a:gd name="connsiteX2" fmla="*/ 3297156 w 9379192"/>
              <a:gd name="connsiteY2" fmla="*/ 3752055 h 3752527"/>
              <a:gd name="connsiteX3" fmla="*/ 3642095 w 9379192"/>
              <a:gd name="connsiteY3" fmla="*/ 3690141 h 3752527"/>
              <a:gd name="connsiteX4" fmla="*/ 2307659 w 9379192"/>
              <a:gd name="connsiteY4" fmla="*/ 3500267 h 3752527"/>
              <a:gd name="connsiteX5" fmla="*/ 2383194 w 9379192"/>
              <a:gd name="connsiteY5" fmla="*/ 3475501 h 3752527"/>
              <a:gd name="connsiteX6" fmla="*/ 2237161 w 9379192"/>
              <a:gd name="connsiteY6" fmla="*/ 3376437 h 3752527"/>
              <a:gd name="connsiteX7" fmla="*/ 1637924 w 9379192"/>
              <a:gd name="connsiteY7" fmla="*/ 3219585 h 3752527"/>
              <a:gd name="connsiteX8" fmla="*/ 2383194 w 9379192"/>
              <a:gd name="connsiteY8" fmla="*/ 2955415 h 3752527"/>
              <a:gd name="connsiteX9" fmla="*/ 1542249 w 9379192"/>
              <a:gd name="connsiteY9" fmla="*/ 2596307 h 3752527"/>
              <a:gd name="connsiteX10" fmla="*/ 1114221 w 9379192"/>
              <a:gd name="connsiteY10" fmla="*/ 2509625 h 3752527"/>
              <a:gd name="connsiteX11" fmla="*/ 2524191 w 9379192"/>
              <a:gd name="connsiteY11" fmla="*/ 2059708 h 3752527"/>
              <a:gd name="connsiteX12" fmla="*/ 238027 w 9379192"/>
              <a:gd name="connsiteY12" fmla="*/ 1836815 h 3752527"/>
              <a:gd name="connsiteX13" fmla="*/ 424343 w 9379192"/>
              <a:gd name="connsiteY13" fmla="*/ 1746006 h 3752527"/>
              <a:gd name="connsiteX14" fmla="*/ 1844384 w 9379192"/>
              <a:gd name="connsiteY14" fmla="*/ 1770772 h 3752527"/>
              <a:gd name="connsiteX15" fmla="*/ 2081058 w 9379192"/>
              <a:gd name="connsiteY15" fmla="*/ 1700602 h 3752527"/>
              <a:gd name="connsiteX16" fmla="*/ 1844384 w 9379192"/>
              <a:gd name="connsiteY16" fmla="*/ 1589154 h 3752527"/>
              <a:gd name="connsiteX17" fmla="*/ 922869 w 9379192"/>
              <a:gd name="connsiteY17" fmla="*/ 1506601 h 3752527"/>
              <a:gd name="connsiteX18" fmla="*/ 681160 w 9379192"/>
              <a:gd name="connsiteY18" fmla="*/ 1320855 h 3752527"/>
              <a:gd name="connsiteX19" fmla="*/ 273276 w 9379192"/>
              <a:gd name="connsiteY19" fmla="*/ 1106216 h 3752527"/>
              <a:gd name="connsiteX20" fmla="*/ 555269 w 9379192"/>
              <a:gd name="connsiteY20" fmla="*/ 928727 h 3752527"/>
              <a:gd name="connsiteX21" fmla="*/ 97029 w 9379192"/>
              <a:gd name="connsiteY21" fmla="*/ 664555 h 3752527"/>
              <a:gd name="connsiteX22" fmla="*/ 227955 w 9379192"/>
              <a:gd name="connsiteY22" fmla="*/ 317831 h 3752527"/>
              <a:gd name="connsiteX23" fmla="*/ 998402 w 9379192"/>
              <a:gd name="connsiteY23" fmla="*/ 235277 h 3752527"/>
              <a:gd name="connsiteX24" fmla="*/ 2030701 w 9379192"/>
              <a:gd name="connsiteY24" fmla="*/ 115575 h 3752527"/>
              <a:gd name="connsiteX25" fmla="*/ 3068036 w 9379192"/>
              <a:gd name="connsiteY25" fmla="*/ 12383 h 3752527"/>
              <a:gd name="connsiteX26" fmla="*/ 4105370 w 9379192"/>
              <a:gd name="connsiteY26" fmla="*/ 12383 h 3752527"/>
              <a:gd name="connsiteX27" fmla="*/ 4402472 w 9379192"/>
              <a:gd name="connsiteY27" fmla="*/ 20638 h 3752527"/>
              <a:gd name="connsiteX28" fmla="*/ 4407507 w 9379192"/>
              <a:gd name="connsiteY28" fmla="*/ 20638 h 3752527"/>
              <a:gd name="connsiteX29" fmla="*/ 5696622 w 9379192"/>
              <a:gd name="connsiteY29" fmla="*/ 57788 h 3752527"/>
              <a:gd name="connsiteX30" fmla="*/ 6175004 w 9379192"/>
              <a:gd name="connsiteY30" fmla="*/ 61915 h 3752527"/>
              <a:gd name="connsiteX31" fmla="*/ 7212339 w 9379192"/>
              <a:gd name="connsiteY31" fmla="*/ 66042 h 3752527"/>
              <a:gd name="connsiteX32" fmla="*/ 8244638 w 9379192"/>
              <a:gd name="connsiteY32" fmla="*/ 49532 h 3752527"/>
              <a:gd name="connsiteX33" fmla="*/ 9292044 w 9379192"/>
              <a:gd name="connsiteY33" fmla="*/ 0 h 3752527"/>
              <a:gd name="connsiteX34" fmla="*/ 9379192 w 9379192"/>
              <a:gd name="connsiteY34" fmla="*/ 2762 h 375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379192" h="3752527">
                <a:moveTo>
                  <a:pt x="9379192" y="3752527"/>
                </a:moveTo>
                <a:lnTo>
                  <a:pt x="3293459" y="3752527"/>
                </a:lnTo>
                <a:lnTo>
                  <a:pt x="3297156" y="3752055"/>
                </a:lnTo>
                <a:cubicBezTo>
                  <a:pt x="3412975" y="3736577"/>
                  <a:pt x="3551454" y="3714906"/>
                  <a:pt x="3642095" y="3690141"/>
                </a:cubicBezTo>
                <a:cubicBezTo>
                  <a:pt x="3380244" y="3686012"/>
                  <a:pt x="2347945" y="3529162"/>
                  <a:pt x="2307659" y="3500267"/>
                </a:cubicBezTo>
                <a:cubicBezTo>
                  <a:pt x="2327803" y="3492012"/>
                  <a:pt x="2358017" y="3483757"/>
                  <a:pt x="2383194" y="3475501"/>
                </a:cubicBezTo>
                <a:cubicBezTo>
                  <a:pt x="2327803" y="3450736"/>
                  <a:pt x="2282482" y="3421842"/>
                  <a:pt x="2237161" y="3376437"/>
                </a:cubicBezTo>
                <a:cubicBezTo>
                  <a:pt x="2091129" y="3223714"/>
                  <a:pt x="1844384" y="3277374"/>
                  <a:pt x="1637924" y="3219585"/>
                </a:cubicBezTo>
                <a:cubicBezTo>
                  <a:pt x="1768850" y="2897627"/>
                  <a:pt x="2116307" y="3017329"/>
                  <a:pt x="2383194" y="2955415"/>
                </a:cubicBezTo>
                <a:cubicBezTo>
                  <a:pt x="1683245" y="2765541"/>
                  <a:pt x="1819207" y="2666477"/>
                  <a:pt x="1542249" y="2596307"/>
                </a:cubicBezTo>
                <a:cubicBezTo>
                  <a:pt x="1194791" y="2509625"/>
                  <a:pt x="1114221" y="2509625"/>
                  <a:pt x="1114221" y="2509625"/>
                </a:cubicBezTo>
                <a:cubicBezTo>
                  <a:pt x="1522105" y="2245455"/>
                  <a:pt x="2010559" y="2530264"/>
                  <a:pt x="2524191" y="2059708"/>
                </a:cubicBezTo>
                <a:cubicBezTo>
                  <a:pt x="2030701" y="1993667"/>
                  <a:pt x="555269" y="1960645"/>
                  <a:pt x="238027" y="1836815"/>
                </a:cubicBezTo>
                <a:cubicBezTo>
                  <a:pt x="358880" y="1882219"/>
                  <a:pt x="368952" y="1746006"/>
                  <a:pt x="424343" y="1746006"/>
                </a:cubicBezTo>
                <a:cubicBezTo>
                  <a:pt x="892655" y="1741879"/>
                  <a:pt x="1371037" y="1820305"/>
                  <a:pt x="1844384" y="1770772"/>
                </a:cubicBezTo>
                <a:cubicBezTo>
                  <a:pt x="1929989" y="1766645"/>
                  <a:pt x="2065951" y="1803793"/>
                  <a:pt x="2081058" y="1700602"/>
                </a:cubicBezTo>
                <a:cubicBezTo>
                  <a:pt x="2096164" y="1572644"/>
                  <a:pt x="1919919" y="1601537"/>
                  <a:pt x="1844384" y="1589154"/>
                </a:cubicBezTo>
                <a:cubicBezTo>
                  <a:pt x="1537212" y="1547877"/>
                  <a:pt x="1235076" y="1531367"/>
                  <a:pt x="922869" y="1506601"/>
                </a:cubicBezTo>
                <a:cubicBezTo>
                  <a:pt x="791943" y="1494218"/>
                  <a:pt x="630804" y="1518984"/>
                  <a:pt x="681160" y="1320855"/>
                </a:cubicBezTo>
                <a:cubicBezTo>
                  <a:pt x="640874" y="1130983"/>
                  <a:pt x="399166" y="1197025"/>
                  <a:pt x="273276" y="1106216"/>
                </a:cubicBezTo>
                <a:cubicBezTo>
                  <a:pt x="333703" y="998897"/>
                  <a:pt x="504913" y="1073196"/>
                  <a:pt x="555269" y="928727"/>
                </a:cubicBezTo>
                <a:cubicBezTo>
                  <a:pt x="313560" y="974131"/>
                  <a:pt x="338738" y="660428"/>
                  <a:pt x="97029" y="664555"/>
                </a:cubicBezTo>
                <a:cubicBezTo>
                  <a:pt x="-104395" y="478810"/>
                  <a:pt x="41638" y="388001"/>
                  <a:pt x="227955" y="317831"/>
                </a:cubicBezTo>
                <a:cubicBezTo>
                  <a:pt x="469664" y="231150"/>
                  <a:pt x="736551" y="251788"/>
                  <a:pt x="998402" y="235277"/>
                </a:cubicBezTo>
                <a:cubicBezTo>
                  <a:pt x="1345860" y="198128"/>
                  <a:pt x="1678209" y="111447"/>
                  <a:pt x="2030701" y="115575"/>
                </a:cubicBezTo>
                <a:cubicBezTo>
                  <a:pt x="2363052" y="28893"/>
                  <a:pt x="2730650" y="123829"/>
                  <a:pt x="3068036" y="12383"/>
                </a:cubicBezTo>
                <a:cubicBezTo>
                  <a:pt x="3410457" y="12383"/>
                  <a:pt x="3757914" y="12383"/>
                  <a:pt x="4105370" y="12383"/>
                </a:cubicBezTo>
                <a:cubicBezTo>
                  <a:pt x="4206084" y="16510"/>
                  <a:pt x="4301759" y="16510"/>
                  <a:pt x="4402472" y="20638"/>
                </a:cubicBezTo>
                <a:cubicBezTo>
                  <a:pt x="4402472" y="20638"/>
                  <a:pt x="4407507" y="20638"/>
                  <a:pt x="4407507" y="20638"/>
                </a:cubicBezTo>
                <a:cubicBezTo>
                  <a:pt x="4840570" y="33022"/>
                  <a:pt x="5268596" y="41276"/>
                  <a:pt x="5696622" y="57788"/>
                </a:cubicBezTo>
                <a:cubicBezTo>
                  <a:pt x="5857761" y="57788"/>
                  <a:pt x="6013864" y="61915"/>
                  <a:pt x="6175004" y="61915"/>
                </a:cubicBezTo>
                <a:cubicBezTo>
                  <a:pt x="6517425" y="82553"/>
                  <a:pt x="6864883" y="94936"/>
                  <a:pt x="7212339" y="66042"/>
                </a:cubicBezTo>
                <a:cubicBezTo>
                  <a:pt x="7559796" y="90809"/>
                  <a:pt x="7897182" y="74298"/>
                  <a:pt x="8244638" y="49532"/>
                </a:cubicBezTo>
                <a:cubicBezTo>
                  <a:pt x="8597130" y="78426"/>
                  <a:pt x="8944587" y="37149"/>
                  <a:pt x="9292044" y="0"/>
                </a:cubicBezTo>
                <a:lnTo>
                  <a:pt x="9379192" y="2762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315097-D4E9-4670-ECB0-66D820A36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1541489"/>
            <a:ext cx="10905064" cy="136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5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73A2F-4CFD-3EBE-B0FB-883B3F6E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Sales Performance Analysis</a:t>
            </a:r>
            <a:b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3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460917-9A91-CC06-D20A-BC1297604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108588"/>
            <a:ext cx="6780700" cy="463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2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E1B7B-A18C-567C-4139-AF07D6BE22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48"/>
          <a:stretch>
            <a:fillRect/>
          </a:stretch>
        </p:blipFill>
        <p:spPr>
          <a:xfrm>
            <a:off x="643467" y="994115"/>
            <a:ext cx="9240039" cy="4869771"/>
          </a:xfrm>
          <a:prstGeom prst="rect">
            <a:avLst/>
          </a:prstGeom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0330F-B300-061E-72DE-0B3657F75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b="1"/>
              <a:t>Profitability Analysis</a:t>
            </a:r>
            <a:br>
              <a:rPr lang="en-US" sz="2800"/>
            </a:br>
            <a:endParaRPr lang="en-US" sz="2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DB2C8-E6A2-729C-BA0A-84EDD74EB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968284"/>
          </a:xfrm>
        </p:spPr>
        <p:txBody>
          <a:bodyPr anchor="t">
            <a:normAutofit lnSpcReduction="10000"/>
          </a:bodyPr>
          <a:lstStyle/>
          <a:p>
            <a:pPr lvl="0"/>
            <a:r>
              <a:rPr lang="en-US" sz="2000" dirty="0"/>
              <a:t>Technology is most profitable</a:t>
            </a:r>
          </a:p>
          <a:p>
            <a:pPr lvl="0"/>
            <a:r>
              <a:rPr lang="en-US" sz="2000" dirty="0"/>
              <a:t>Furniture lowest margin</a:t>
            </a:r>
          </a:p>
          <a:p>
            <a:endParaRPr lang="en-US" sz="1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EEDCE-0DE1-B334-962C-C13AEBFC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967" y="885442"/>
            <a:ext cx="6921940" cy="51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6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864BE-C48F-49F0-805F-73E5792C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Shipping &amp; Logistics Analysis</a:t>
            </a:r>
            <a:endParaRPr lang="en-US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29C18-D01B-7BB7-E5E7-94640596A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dirty="0"/>
              <a:t>Logistics cost closely tied to profit</a:t>
            </a:r>
          </a:p>
          <a:p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D89D9-CC25-7811-D9A5-946FEBB81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583" y="2599508"/>
            <a:ext cx="5168198" cy="372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98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AC9AC-5ECE-3F41-B221-7B4D60FCCC2C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High shipping markets reduce profitability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C9513-D5E6-CE96-96CD-C43CF7C04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967" y="1199989"/>
            <a:ext cx="6921940" cy="456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3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35E44-8E4B-40D3-4CDE-C7FC1FEC2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b="1"/>
              <a:t>Key Insights</a:t>
            </a:r>
            <a:br>
              <a:rPr lang="en-US" sz="8000"/>
            </a:br>
            <a:endParaRPr lang="en-US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A59263-06A9-34B2-9D5D-01AFF4DE7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6484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825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63038BC-9FCB-466B-8EE5-7B0DC8F2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8F4797-C77D-4821-B8FF-057D7524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0CB3DB-B42E-47BF-A595-527CB329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5" y="685800"/>
            <a:ext cx="10800971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5758C-7F7C-03DF-0B4A-F54A6888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572" y="1036674"/>
            <a:ext cx="9292856" cy="1371600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Recommendations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19E96A97-2096-EDBE-2703-2C5B86B63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477673"/>
              </p:ext>
            </p:extLst>
          </p:nvPr>
        </p:nvGraphicFramePr>
        <p:xfrm>
          <a:off x="1279451" y="2716620"/>
          <a:ext cx="9633098" cy="3051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2866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196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Global Superstore Sales Analysis By  Isaac Mbagwu</vt:lpstr>
      <vt:lpstr>Content: </vt:lpstr>
      <vt:lpstr>Business Objectives </vt:lpstr>
      <vt:lpstr>Data Preparation </vt:lpstr>
      <vt:lpstr>KPI Summary </vt:lpstr>
      <vt:lpstr>Sales Performance Analysis </vt:lpstr>
      <vt:lpstr>PowerPoint Presentation</vt:lpstr>
      <vt:lpstr>Profitability Analysis </vt:lpstr>
      <vt:lpstr>Shipping &amp; Logistics Analysis</vt:lpstr>
      <vt:lpstr>PowerPoint Presentation</vt:lpstr>
      <vt:lpstr>Key Insights 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Mbagwu</dc:creator>
  <cp:lastModifiedBy>Isaac Mbagwu</cp:lastModifiedBy>
  <cp:revision>2</cp:revision>
  <dcterms:created xsi:type="dcterms:W3CDTF">2026-02-06T01:19:42Z</dcterms:created>
  <dcterms:modified xsi:type="dcterms:W3CDTF">2026-02-06T09:24:11Z</dcterms:modified>
</cp:coreProperties>
</file>